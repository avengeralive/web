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3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8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9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0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98" r:id="rId1"/>
    <p:sldMasterId id="2147483699" r:id="rId2"/>
    <p:sldMasterId id="2147483700" r:id="rId3"/>
    <p:sldMasterId id="2147483701" r:id="rId4"/>
  </p:sldMasterIdLst>
  <p:notesMasterIdLst>
    <p:notesMasterId r:id="rId17"/>
  </p:notesMasterIdLst>
  <p:sldIdLst>
    <p:sldId id="256" r:id="rId5"/>
    <p:sldId id="263" r:id="rId6"/>
    <p:sldId id="264" r:id="rId7"/>
    <p:sldId id="278" r:id="rId8"/>
    <p:sldId id="266" r:id="rId9"/>
    <p:sldId id="267" r:id="rId10"/>
    <p:sldId id="277" r:id="rId11"/>
    <p:sldId id="275" r:id="rId12"/>
    <p:sldId id="279" r:id="rId13"/>
    <p:sldId id="276" r:id="rId14"/>
    <p:sldId id="273" r:id="rId15"/>
    <p:sldId id="270" r:id="rId1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png"/><Relationship Id="rId1" Type="http://schemas.openxmlformats.org/officeDocument/2006/relationships/image" Target="../media/image14.png"/><Relationship Id="rId4" Type="http://schemas.openxmlformats.org/officeDocument/2006/relationships/image" Target="../media/image17.jp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png"/><Relationship Id="rId1" Type="http://schemas.openxmlformats.org/officeDocument/2006/relationships/image" Target="../media/image14.png"/><Relationship Id="rId4" Type="http://schemas.openxmlformats.org/officeDocument/2006/relationships/image" Target="../media/image17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91FAE1E-DA26-4A8C-BEC2-2BD367739C32}" type="doc">
      <dgm:prSet loTypeId="urn:microsoft.com/office/officeart/2005/8/layout/orgChart1" loCatId="hierarchy" qsTypeId="urn:microsoft.com/office/officeart/2005/8/quickstyle/3d3" qsCatId="3D" csTypeId="urn:microsoft.com/office/officeart/2005/8/colors/colorful3" csCatId="colorful" phldr="1"/>
      <dgm:spPr/>
      <dgm:t>
        <a:bodyPr/>
        <a:lstStyle/>
        <a:p>
          <a:endParaRPr lang="ru-RU"/>
        </a:p>
      </dgm:t>
    </dgm:pt>
    <dgm:pt modelId="{827997DA-5B5B-4698-9EE4-145E1E438CE2}">
      <dgm:prSet phldrT="[Текст]"/>
      <dgm:spPr/>
      <dgm:t>
        <a:bodyPr/>
        <a:lstStyle/>
        <a:p>
          <a:r>
            <a:rPr lang="ru-RU" dirty="0" smtClean="0"/>
            <a:t>Единожды введённая информация</a:t>
          </a:r>
          <a:endParaRPr lang="ru-RU" dirty="0"/>
        </a:p>
      </dgm:t>
    </dgm:pt>
    <dgm:pt modelId="{E69DB51B-3FE8-4073-917B-0153981D159B}" type="parTrans" cxnId="{639A78EB-B970-4D1F-97F1-783DFC2009F4}">
      <dgm:prSet/>
      <dgm:spPr/>
      <dgm:t>
        <a:bodyPr/>
        <a:lstStyle/>
        <a:p>
          <a:endParaRPr lang="ru-RU"/>
        </a:p>
      </dgm:t>
    </dgm:pt>
    <dgm:pt modelId="{D61F8FA9-9394-4ED4-9C2A-D1F62B7F4D5C}" type="sibTrans" cxnId="{639A78EB-B970-4D1F-97F1-783DFC2009F4}">
      <dgm:prSet/>
      <dgm:spPr/>
      <dgm:t>
        <a:bodyPr/>
        <a:lstStyle/>
        <a:p>
          <a:endParaRPr lang="ru-RU"/>
        </a:p>
      </dgm:t>
    </dgm:pt>
    <dgm:pt modelId="{2FC3550B-D5EA-4B03-B441-92EBE4D6D5C5}">
      <dgm:prSet phldrT="[Текст]"/>
      <dgm:spPr/>
      <dgm:t>
        <a:bodyPr/>
        <a:lstStyle/>
        <a:p>
          <a:r>
            <a:rPr lang="ru-RU" dirty="0" smtClean="0"/>
            <a:t>Ведение учета</a:t>
          </a:r>
          <a:endParaRPr lang="ru-RU" dirty="0"/>
        </a:p>
      </dgm:t>
    </dgm:pt>
    <dgm:pt modelId="{033AAFE8-98B4-4E7D-8158-AFB7B880150A}" type="parTrans" cxnId="{12D0079E-476C-49DA-B2B6-8182576DFB17}">
      <dgm:prSet/>
      <dgm:spPr/>
      <dgm:t>
        <a:bodyPr/>
        <a:lstStyle/>
        <a:p>
          <a:endParaRPr lang="ru-RU"/>
        </a:p>
      </dgm:t>
    </dgm:pt>
    <dgm:pt modelId="{C05EA30D-9010-4F07-97D9-84ADD84D7E83}" type="sibTrans" cxnId="{12D0079E-476C-49DA-B2B6-8182576DFB17}">
      <dgm:prSet/>
      <dgm:spPr/>
      <dgm:t>
        <a:bodyPr/>
        <a:lstStyle/>
        <a:p>
          <a:endParaRPr lang="ru-RU"/>
        </a:p>
      </dgm:t>
    </dgm:pt>
    <dgm:pt modelId="{B38A82E2-27B9-46D3-AB0A-A6E1B892CE18}">
      <dgm:prSet phldrT="[Текст]"/>
      <dgm:spPr/>
      <dgm:t>
        <a:bodyPr/>
        <a:lstStyle/>
        <a:p>
          <a:r>
            <a:rPr lang="ru-RU" dirty="0" smtClean="0"/>
            <a:t>Формирование первичных документов</a:t>
          </a:r>
          <a:endParaRPr lang="ru-RU" dirty="0"/>
        </a:p>
      </dgm:t>
    </dgm:pt>
    <dgm:pt modelId="{A6387262-4ED1-4D42-A42B-C10648180CF4}" type="parTrans" cxnId="{68A67253-E3FF-41EA-95D7-EE1C908D695B}">
      <dgm:prSet/>
      <dgm:spPr/>
      <dgm:t>
        <a:bodyPr/>
        <a:lstStyle/>
        <a:p>
          <a:endParaRPr lang="ru-RU"/>
        </a:p>
      </dgm:t>
    </dgm:pt>
    <dgm:pt modelId="{E94D7AF6-08FE-4D50-99A7-4493C75A98B9}" type="sibTrans" cxnId="{68A67253-E3FF-41EA-95D7-EE1C908D695B}">
      <dgm:prSet/>
      <dgm:spPr/>
      <dgm:t>
        <a:bodyPr/>
        <a:lstStyle/>
        <a:p>
          <a:endParaRPr lang="ru-RU"/>
        </a:p>
      </dgm:t>
    </dgm:pt>
    <dgm:pt modelId="{81F1F8EA-EBAA-4A25-AF72-70820FDBB699}">
      <dgm:prSet phldrT="[Текст]"/>
      <dgm:spPr/>
      <dgm:t>
        <a:bodyPr/>
        <a:lstStyle/>
        <a:p>
          <a:r>
            <a:rPr lang="ru-RU" dirty="0" smtClean="0"/>
            <a:t>Создание отчетов</a:t>
          </a:r>
          <a:endParaRPr lang="ru-RU" dirty="0"/>
        </a:p>
      </dgm:t>
    </dgm:pt>
    <dgm:pt modelId="{ECE7A7B1-F975-40C2-9134-09EF5C4D205B}" type="parTrans" cxnId="{FD3DE54D-7A07-4D13-BB2F-E8232D8960CC}">
      <dgm:prSet/>
      <dgm:spPr/>
      <dgm:t>
        <a:bodyPr/>
        <a:lstStyle/>
        <a:p>
          <a:endParaRPr lang="ru-RU"/>
        </a:p>
      </dgm:t>
    </dgm:pt>
    <dgm:pt modelId="{9FB9A9A4-C72D-4438-ACDD-DDC7DC9BC9A7}" type="sibTrans" cxnId="{FD3DE54D-7A07-4D13-BB2F-E8232D8960CC}">
      <dgm:prSet/>
      <dgm:spPr/>
      <dgm:t>
        <a:bodyPr/>
        <a:lstStyle/>
        <a:p>
          <a:endParaRPr lang="ru-RU"/>
        </a:p>
      </dgm:t>
    </dgm:pt>
    <dgm:pt modelId="{B6F68D05-B229-4312-B9DF-353470706796}" type="pres">
      <dgm:prSet presAssocID="{991FAE1E-DA26-4A8C-BEC2-2BD367739C32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ru-RU"/>
        </a:p>
      </dgm:t>
    </dgm:pt>
    <dgm:pt modelId="{727827FA-D624-46F3-A7BE-5CFDBDC15AFD}" type="pres">
      <dgm:prSet presAssocID="{827997DA-5B5B-4698-9EE4-145E1E438CE2}" presName="hierRoot1" presStyleCnt="0">
        <dgm:presLayoutVars>
          <dgm:hierBranch val="init"/>
        </dgm:presLayoutVars>
      </dgm:prSet>
      <dgm:spPr/>
    </dgm:pt>
    <dgm:pt modelId="{5E90B939-A4F0-4B0E-AD51-B41D222E49E8}" type="pres">
      <dgm:prSet presAssocID="{827997DA-5B5B-4698-9EE4-145E1E438CE2}" presName="rootComposite1" presStyleCnt="0"/>
      <dgm:spPr/>
    </dgm:pt>
    <dgm:pt modelId="{83976605-46CE-4FF3-AB57-E94DE9273D35}" type="pres">
      <dgm:prSet presAssocID="{827997DA-5B5B-4698-9EE4-145E1E438CE2}" presName="rootText1" presStyleLbl="node0" presStyleIdx="0" presStyleCnt="1" custLinFactNeighborY="7868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F113F7A7-458B-44CB-8427-DB4769A747F1}" type="pres">
      <dgm:prSet presAssocID="{827997DA-5B5B-4698-9EE4-145E1E438CE2}" presName="rootConnector1" presStyleLbl="node1" presStyleIdx="0" presStyleCnt="0"/>
      <dgm:spPr/>
      <dgm:t>
        <a:bodyPr/>
        <a:lstStyle/>
        <a:p>
          <a:endParaRPr lang="ru-RU"/>
        </a:p>
      </dgm:t>
    </dgm:pt>
    <dgm:pt modelId="{F2690375-1D2F-46C6-AE1D-BC683FDCFBA8}" type="pres">
      <dgm:prSet presAssocID="{827997DA-5B5B-4698-9EE4-145E1E438CE2}" presName="hierChild2" presStyleCnt="0"/>
      <dgm:spPr/>
    </dgm:pt>
    <dgm:pt modelId="{1771D8FF-A615-4FA3-93F2-5820AAEED992}" type="pres">
      <dgm:prSet presAssocID="{033AAFE8-98B4-4E7D-8158-AFB7B880150A}" presName="Name37" presStyleLbl="parChTrans1D2" presStyleIdx="0" presStyleCnt="3"/>
      <dgm:spPr/>
      <dgm:t>
        <a:bodyPr/>
        <a:lstStyle/>
        <a:p>
          <a:endParaRPr lang="ru-RU"/>
        </a:p>
      </dgm:t>
    </dgm:pt>
    <dgm:pt modelId="{0E6CABE3-4FFC-4C66-ACFC-CF4BC138F9D5}" type="pres">
      <dgm:prSet presAssocID="{2FC3550B-D5EA-4B03-B441-92EBE4D6D5C5}" presName="hierRoot2" presStyleCnt="0">
        <dgm:presLayoutVars>
          <dgm:hierBranch val="init"/>
        </dgm:presLayoutVars>
      </dgm:prSet>
      <dgm:spPr/>
    </dgm:pt>
    <dgm:pt modelId="{0192CC4F-8716-4B78-9804-1ED0FB582E1B}" type="pres">
      <dgm:prSet presAssocID="{2FC3550B-D5EA-4B03-B441-92EBE4D6D5C5}" presName="rootComposite" presStyleCnt="0"/>
      <dgm:spPr/>
    </dgm:pt>
    <dgm:pt modelId="{300D703B-078F-41E5-87DD-348F15CE74A2}" type="pres">
      <dgm:prSet presAssocID="{2FC3550B-D5EA-4B03-B441-92EBE4D6D5C5}" presName="rootText" presStyleLbl="node2" presStyleIdx="0" presStyleCnt="3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029A9A15-8A3A-4165-B90C-AC642C14720D}" type="pres">
      <dgm:prSet presAssocID="{2FC3550B-D5EA-4B03-B441-92EBE4D6D5C5}" presName="rootConnector" presStyleLbl="node2" presStyleIdx="0" presStyleCnt="3"/>
      <dgm:spPr/>
      <dgm:t>
        <a:bodyPr/>
        <a:lstStyle/>
        <a:p>
          <a:endParaRPr lang="ru-RU"/>
        </a:p>
      </dgm:t>
    </dgm:pt>
    <dgm:pt modelId="{0BCF4036-FDD3-4B5B-AE88-395CB7D5BB32}" type="pres">
      <dgm:prSet presAssocID="{2FC3550B-D5EA-4B03-B441-92EBE4D6D5C5}" presName="hierChild4" presStyleCnt="0"/>
      <dgm:spPr/>
    </dgm:pt>
    <dgm:pt modelId="{8985B85E-1311-414D-9553-F404A70E0609}" type="pres">
      <dgm:prSet presAssocID="{2FC3550B-D5EA-4B03-B441-92EBE4D6D5C5}" presName="hierChild5" presStyleCnt="0"/>
      <dgm:spPr/>
    </dgm:pt>
    <dgm:pt modelId="{73E934A0-4191-4058-B84D-579F4D7B7C72}" type="pres">
      <dgm:prSet presAssocID="{A6387262-4ED1-4D42-A42B-C10648180CF4}" presName="Name37" presStyleLbl="parChTrans1D2" presStyleIdx="1" presStyleCnt="3"/>
      <dgm:spPr/>
      <dgm:t>
        <a:bodyPr/>
        <a:lstStyle/>
        <a:p>
          <a:endParaRPr lang="ru-RU"/>
        </a:p>
      </dgm:t>
    </dgm:pt>
    <dgm:pt modelId="{85C6F464-519E-43D6-A2C5-5A78218C7103}" type="pres">
      <dgm:prSet presAssocID="{B38A82E2-27B9-46D3-AB0A-A6E1B892CE18}" presName="hierRoot2" presStyleCnt="0">
        <dgm:presLayoutVars>
          <dgm:hierBranch val="init"/>
        </dgm:presLayoutVars>
      </dgm:prSet>
      <dgm:spPr/>
    </dgm:pt>
    <dgm:pt modelId="{837A62B4-C4A2-4E88-9570-590833D84B26}" type="pres">
      <dgm:prSet presAssocID="{B38A82E2-27B9-46D3-AB0A-A6E1B892CE18}" presName="rootComposite" presStyleCnt="0"/>
      <dgm:spPr/>
    </dgm:pt>
    <dgm:pt modelId="{5B65F2C4-70D6-4FC8-9A35-41E5A1D3DF6D}" type="pres">
      <dgm:prSet presAssocID="{B38A82E2-27B9-46D3-AB0A-A6E1B892CE18}" presName="rootText" presStyleLbl="node2" presStyleIdx="1" presStyleCnt="3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13A11A43-095C-4328-91F7-654310935129}" type="pres">
      <dgm:prSet presAssocID="{B38A82E2-27B9-46D3-AB0A-A6E1B892CE18}" presName="rootConnector" presStyleLbl="node2" presStyleIdx="1" presStyleCnt="3"/>
      <dgm:spPr/>
      <dgm:t>
        <a:bodyPr/>
        <a:lstStyle/>
        <a:p>
          <a:endParaRPr lang="ru-RU"/>
        </a:p>
      </dgm:t>
    </dgm:pt>
    <dgm:pt modelId="{3F84D970-B2EE-4E86-A618-ACAD74CBDE2E}" type="pres">
      <dgm:prSet presAssocID="{B38A82E2-27B9-46D3-AB0A-A6E1B892CE18}" presName="hierChild4" presStyleCnt="0"/>
      <dgm:spPr/>
    </dgm:pt>
    <dgm:pt modelId="{B8B29FD0-E6DB-4B4C-9F93-99B1EA5B5FEA}" type="pres">
      <dgm:prSet presAssocID="{B38A82E2-27B9-46D3-AB0A-A6E1B892CE18}" presName="hierChild5" presStyleCnt="0"/>
      <dgm:spPr/>
    </dgm:pt>
    <dgm:pt modelId="{9AAE2DC3-6A45-4481-A98C-D7EF72FB2496}" type="pres">
      <dgm:prSet presAssocID="{ECE7A7B1-F975-40C2-9134-09EF5C4D205B}" presName="Name37" presStyleLbl="parChTrans1D2" presStyleIdx="2" presStyleCnt="3"/>
      <dgm:spPr/>
      <dgm:t>
        <a:bodyPr/>
        <a:lstStyle/>
        <a:p>
          <a:endParaRPr lang="ru-RU"/>
        </a:p>
      </dgm:t>
    </dgm:pt>
    <dgm:pt modelId="{72DB9358-9609-47C8-84D9-23155CD1CE40}" type="pres">
      <dgm:prSet presAssocID="{81F1F8EA-EBAA-4A25-AF72-70820FDBB699}" presName="hierRoot2" presStyleCnt="0">
        <dgm:presLayoutVars>
          <dgm:hierBranch val="init"/>
        </dgm:presLayoutVars>
      </dgm:prSet>
      <dgm:spPr/>
    </dgm:pt>
    <dgm:pt modelId="{B4536992-9142-4C88-927B-003C4A6638F9}" type="pres">
      <dgm:prSet presAssocID="{81F1F8EA-EBAA-4A25-AF72-70820FDBB699}" presName="rootComposite" presStyleCnt="0"/>
      <dgm:spPr/>
    </dgm:pt>
    <dgm:pt modelId="{A52BEDB0-7C79-45DA-9066-51C3C109AE08}" type="pres">
      <dgm:prSet presAssocID="{81F1F8EA-EBAA-4A25-AF72-70820FDBB699}" presName="rootText" presStyleLbl="node2" presStyleIdx="2" presStyleCnt="3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F3879F40-5A7D-42EC-82D0-67F2C39F5907}" type="pres">
      <dgm:prSet presAssocID="{81F1F8EA-EBAA-4A25-AF72-70820FDBB699}" presName="rootConnector" presStyleLbl="node2" presStyleIdx="2" presStyleCnt="3"/>
      <dgm:spPr/>
      <dgm:t>
        <a:bodyPr/>
        <a:lstStyle/>
        <a:p>
          <a:endParaRPr lang="ru-RU"/>
        </a:p>
      </dgm:t>
    </dgm:pt>
    <dgm:pt modelId="{B77D96AA-8128-4A67-ACA9-16294830FC38}" type="pres">
      <dgm:prSet presAssocID="{81F1F8EA-EBAA-4A25-AF72-70820FDBB699}" presName="hierChild4" presStyleCnt="0"/>
      <dgm:spPr/>
    </dgm:pt>
    <dgm:pt modelId="{4A103068-C059-4E6A-992A-7962F6E2ED96}" type="pres">
      <dgm:prSet presAssocID="{81F1F8EA-EBAA-4A25-AF72-70820FDBB699}" presName="hierChild5" presStyleCnt="0"/>
      <dgm:spPr/>
    </dgm:pt>
    <dgm:pt modelId="{D7B9245C-5CC4-4068-8109-5D7D7B9FDD16}" type="pres">
      <dgm:prSet presAssocID="{827997DA-5B5B-4698-9EE4-145E1E438CE2}" presName="hierChild3" presStyleCnt="0"/>
      <dgm:spPr/>
    </dgm:pt>
  </dgm:ptLst>
  <dgm:cxnLst>
    <dgm:cxn modelId="{FD3DE54D-7A07-4D13-BB2F-E8232D8960CC}" srcId="{827997DA-5B5B-4698-9EE4-145E1E438CE2}" destId="{81F1F8EA-EBAA-4A25-AF72-70820FDBB699}" srcOrd="2" destOrd="0" parTransId="{ECE7A7B1-F975-40C2-9134-09EF5C4D205B}" sibTransId="{9FB9A9A4-C72D-4438-ACDD-DDC7DC9BC9A7}"/>
    <dgm:cxn modelId="{048BB826-65BD-4C2A-AA43-3F1B894A2425}" type="presOf" srcId="{B38A82E2-27B9-46D3-AB0A-A6E1B892CE18}" destId="{13A11A43-095C-4328-91F7-654310935129}" srcOrd="1" destOrd="0" presId="urn:microsoft.com/office/officeart/2005/8/layout/orgChart1"/>
    <dgm:cxn modelId="{68A67253-E3FF-41EA-95D7-EE1C908D695B}" srcId="{827997DA-5B5B-4698-9EE4-145E1E438CE2}" destId="{B38A82E2-27B9-46D3-AB0A-A6E1B892CE18}" srcOrd="1" destOrd="0" parTransId="{A6387262-4ED1-4D42-A42B-C10648180CF4}" sibTransId="{E94D7AF6-08FE-4D50-99A7-4493C75A98B9}"/>
    <dgm:cxn modelId="{F2127CBD-84F2-4C15-837E-5CD99A8AE851}" type="presOf" srcId="{ECE7A7B1-F975-40C2-9134-09EF5C4D205B}" destId="{9AAE2DC3-6A45-4481-A98C-D7EF72FB2496}" srcOrd="0" destOrd="0" presId="urn:microsoft.com/office/officeart/2005/8/layout/orgChart1"/>
    <dgm:cxn modelId="{3FF93B2C-05DB-4990-9C60-D439AC23906B}" type="presOf" srcId="{B38A82E2-27B9-46D3-AB0A-A6E1B892CE18}" destId="{5B65F2C4-70D6-4FC8-9A35-41E5A1D3DF6D}" srcOrd="0" destOrd="0" presId="urn:microsoft.com/office/officeart/2005/8/layout/orgChart1"/>
    <dgm:cxn modelId="{639A78EB-B970-4D1F-97F1-783DFC2009F4}" srcId="{991FAE1E-DA26-4A8C-BEC2-2BD367739C32}" destId="{827997DA-5B5B-4698-9EE4-145E1E438CE2}" srcOrd="0" destOrd="0" parTransId="{E69DB51B-3FE8-4073-917B-0153981D159B}" sibTransId="{D61F8FA9-9394-4ED4-9C2A-D1F62B7F4D5C}"/>
    <dgm:cxn modelId="{11EA57D7-D493-49FA-A078-2E68FB7E6902}" type="presOf" srcId="{827997DA-5B5B-4698-9EE4-145E1E438CE2}" destId="{83976605-46CE-4FF3-AB57-E94DE9273D35}" srcOrd="0" destOrd="0" presId="urn:microsoft.com/office/officeart/2005/8/layout/orgChart1"/>
    <dgm:cxn modelId="{3591684F-95D0-4AA3-8848-72258F37DB24}" type="presOf" srcId="{2FC3550B-D5EA-4B03-B441-92EBE4D6D5C5}" destId="{029A9A15-8A3A-4165-B90C-AC642C14720D}" srcOrd="1" destOrd="0" presId="urn:microsoft.com/office/officeart/2005/8/layout/orgChart1"/>
    <dgm:cxn modelId="{42129A71-1E51-4A39-9121-C7BB045F57C8}" type="presOf" srcId="{81F1F8EA-EBAA-4A25-AF72-70820FDBB699}" destId="{A52BEDB0-7C79-45DA-9066-51C3C109AE08}" srcOrd="0" destOrd="0" presId="urn:microsoft.com/office/officeart/2005/8/layout/orgChart1"/>
    <dgm:cxn modelId="{165FA49F-73BA-4926-A910-755C08658362}" type="presOf" srcId="{81F1F8EA-EBAA-4A25-AF72-70820FDBB699}" destId="{F3879F40-5A7D-42EC-82D0-67F2C39F5907}" srcOrd="1" destOrd="0" presId="urn:microsoft.com/office/officeart/2005/8/layout/orgChart1"/>
    <dgm:cxn modelId="{1C43607A-CCF9-40BA-8E46-03957E8A0430}" type="presOf" srcId="{2FC3550B-D5EA-4B03-B441-92EBE4D6D5C5}" destId="{300D703B-078F-41E5-87DD-348F15CE74A2}" srcOrd="0" destOrd="0" presId="urn:microsoft.com/office/officeart/2005/8/layout/orgChart1"/>
    <dgm:cxn modelId="{4D9F62BC-3A11-4072-B75F-16BC642FEE59}" type="presOf" srcId="{827997DA-5B5B-4698-9EE4-145E1E438CE2}" destId="{F113F7A7-458B-44CB-8427-DB4769A747F1}" srcOrd="1" destOrd="0" presId="urn:microsoft.com/office/officeart/2005/8/layout/orgChart1"/>
    <dgm:cxn modelId="{62CBC340-D631-4DE7-A85C-A7AAF3B818A0}" type="presOf" srcId="{033AAFE8-98B4-4E7D-8158-AFB7B880150A}" destId="{1771D8FF-A615-4FA3-93F2-5820AAEED992}" srcOrd="0" destOrd="0" presId="urn:microsoft.com/office/officeart/2005/8/layout/orgChart1"/>
    <dgm:cxn modelId="{A6897103-CB51-46F4-8025-849262908023}" type="presOf" srcId="{A6387262-4ED1-4D42-A42B-C10648180CF4}" destId="{73E934A0-4191-4058-B84D-579F4D7B7C72}" srcOrd="0" destOrd="0" presId="urn:microsoft.com/office/officeart/2005/8/layout/orgChart1"/>
    <dgm:cxn modelId="{12D0079E-476C-49DA-B2B6-8182576DFB17}" srcId="{827997DA-5B5B-4698-9EE4-145E1E438CE2}" destId="{2FC3550B-D5EA-4B03-B441-92EBE4D6D5C5}" srcOrd="0" destOrd="0" parTransId="{033AAFE8-98B4-4E7D-8158-AFB7B880150A}" sibTransId="{C05EA30D-9010-4F07-97D9-84ADD84D7E83}"/>
    <dgm:cxn modelId="{6A4A0DA8-7AA2-4BA2-B529-EE944208652F}" type="presOf" srcId="{991FAE1E-DA26-4A8C-BEC2-2BD367739C32}" destId="{B6F68D05-B229-4312-B9DF-353470706796}" srcOrd="0" destOrd="0" presId="urn:microsoft.com/office/officeart/2005/8/layout/orgChart1"/>
    <dgm:cxn modelId="{9E4A1FE9-0A7F-4259-85CF-643314A344DA}" type="presParOf" srcId="{B6F68D05-B229-4312-B9DF-353470706796}" destId="{727827FA-D624-46F3-A7BE-5CFDBDC15AFD}" srcOrd="0" destOrd="0" presId="urn:microsoft.com/office/officeart/2005/8/layout/orgChart1"/>
    <dgm:cxn modelId="{151BEA5D-EADB-42CF-B7BC-817A8858358A}" type="presParOf" srcId="{727827FA-D624-46F3-A7BE-5CFDBDC15AFD}" destId="{5E90B939-A4F0-4B0E-AD51-B41D222E49E8}" srcOrd="0" destOrd="0" presId="urn:microsoft.com/office/officeart/2005/8/layout/orgChart1"/>
    <dgm:cxn modelId="{6E1EFC0A-4C8D-4ED5-9FF4-86F177D410F0}" type="presParOf" srcId="{5E90B939-A4F0-4B0E-AD51-B41D222E49E8}" destId="{83976605-46CE-4FF3-AB57-E94DE9273D35}" srcOrd="0" destOrd="0" presId="urn:microsoft.com/office/officeart/2005/8/layout/orgChart1"/>
    <dgm:cxn modelId="{2FB2E9E5-F365-4B5E-AA8D-ECB4B3813BE6}" type="presParOf" srcId="{5E90B939-A4F0-4B0E-AD51-B41D222E49E8}" destId="{F113F7A7-458B-44CB-8427-DB4769A747F1}" srcOrd="1" destOrd="0" presId="urn:microsoft.com/office/officeart/2005/8/layout/orgChart1"/>
    <dgm:cxn modelId="{8EFC4A6F-30FC-4C54-9D96-A132D55E93CD}" type="presParOf" srcId="{727827FA-D624-46F3-A7BE-5CFDBDC15AFD}" destId="{F2690375-1D2F-46C6-AE1D-BC683FDCFBA8}" srcOrd="1" destOrd="0" presId="urn:microsoft.com/office/officeart/2005/8/layout/orgChart1"/>
    <dgm:cxn modelId="{547D2D4E-2434-4BFC-96D1-4B7B43DF824A}" type="presParOf" srcId="{F2690375-1D2F-46C6-AE1D-BC683FDCFBA8}" destId="{1771D8FF-A615-4FA3-93F2-5820AAEED992}" srcOrd="0" destOrd="0" presId="urn:microsoft.com/office/officeart/2005/8/layout/orgChart1"/>
    <dgm:cxn modelId="{2FC7425E-EF54-4F79-B32F-6A25A7B3B517}" type="presParOf" srcId="{F2690375-1D2F-46C6-AE1D-BC683FDCFBA8}" destId="{0E6CABE3-4FFC-4C66-ACFC-CF4BC138F9D5}" srcOrd="1" destOrd="0" presId="urn:microsoft.com/office/officeart/2005/8/layout/orgChart1"/>
    <dgm:cxn modelId="{1B5C2AFE-8D9A-4015-BE5C-10ECD9313025}" type="presParOf" srcId="{0E6CABE3-4FFC-4C66-ACFC-CF4BC138F9D5}" destId="{0192CC4F-8716-4B78-9804-1ED0FB582E1B}" srcOrd="0" destOrd="0" presId="urn:microsoft.com/office/officeart/2005/8/layout/orgChart1"/>
    <dgm:cxn modelId="{A1AC98E3-9636-4D24-9382-463FB0576FD5}" type="presParOf" srcId="{0192CC4F-8716-4B78-9804-1ED0FB582E1B}" destId="{300D703B-078F-41E5-87DD-348F15CE74A2}" srcOrd="0" destOrd="0" presId="urn:microsoft.com/office/officeart/2005/8/layout/orgChart1"/>
    <dgm:cxn modelId="{2CC4A6DA-B01C-4CFB-86E3-7402FF678625}" type="presParOf" srcId="{0192CC4F-8716-4B78-9804-1ED0FB582E1B}" destId="{029A9A15-8A3A-4165-B90C-AC642C14720D}" srcOrd="1" destOrd="0" presId="urn:microsoft.com/office/officeart/2005/8/layout/orgChart1"/>
    <dgm:cxn modelId="{CF321370-86A2-421C-9B17-6EDB65E39CD1}" type="presParOf" srcId="{0E6CABE3-4FFC-4C66-ACFC-CF4BC138F9D5}" destId="{0BCF4036-FDD3-4B5B-AE88-395CB7D5BB32}" srcOrd="1" destOrd="0" presId="urn:microsoft.com/office/officeart/2005/8/layout/orgChart1"/>
    <dgm:cxn modelId="{590D9ABF-A67E-41A7-9498-9F0FA9A5A540}" type="presParOf" srcId="{0E6CABE3-4FFC-4C66-ACFC-CF4BC138F9D5}" destId="{8985B85E-1311-414D-9553-F404A70E0609}" srcOrd="2" destOrd="0" presId="urn:microsoft.com/office/officeart/2005/8/layout/orgChart1"/>
    <dgm:cxn modelId="{69498967-68FB-4CE7-8549-0C0A9F88C44B}" type="presParOf" srcId="{F2690375-1D2F-46C6-AE1D-BC683FDCFBA8}" destId="{73E934A0-4191-4058-B84D-579F4D7B7C72}" srcOrd="2" destOrd="0" presId="urn:microsoft.com/office/officeart/2005/8/layout/orgChart1"/>
    <dgm:cxn modelId="{37645142-B1ED-4F50-88B1-86B650C95F09}" type="presParOf" srcId="{F2690375-1D2F-46C6-AE1D-BC683FDCFBA8}" destId="{85C6F464-519E-43D6-A2C5-5A78218C7103}" srcOrd="3" destOrd="0" presId="urn:microsoft.com/office/officeart/2005/8/layout/orgChart1"/>
    <dgm:cxn modelId="{F558A0D6-E66E-4B5A-884B-162E734BE914}" type="presParOf" srcId="{85C6F464-519E-43D6-A2C5-5A78218C7103}" destId="{837A62B4-C4A2-4E88-9570-590833D84B26}" srcOrd="0" destOrd="0" presId="urn:microsoft.com/office/officeart/2005/8/layout/orgChart1"/>
    <dgm:cxn modelId="{5AEE67C2-1795-4A44-88FD-9B10B013E0BD}" type="presParOf" srcId="{837A62B4-C4A2-4E88-9570-590833D84B26}" destId="{5B65F2C4-70D6-4FC8-9A35-41E5A1D3DF6D}" srcOrd="0" destOrd="0" presId="urn:microsoft.com/office/officeart/2005/8/layout/orgChart1"/>
    <dgm:cxn modelId="{D53E9F4E-5A1D-473E-936A-8ED5CDBDC79D}" type="presParOf" srcId="{837A62B4-C4A2-4E88-9570-590833D84B26}" destId="{13A11A43-095C-4328-91F7-654310935129}" srcOrd="1" destOrd="0" presId="urn:microsoft.com/office/officeart/2005/8/layout/orgChart1"/>
    <dgm:cxn modelId="{55D62327-1361-4A38-A0AE-F6D2DFB8FDE8}" type="presParOf" srcId="{85C6F464-519E-43D6-A2C5-5A78218C7103}" destId="{3F84D970-B2EE-4E86-A618-ACAD74CBDE2E}" srcOrd="1" destOrd="0" presId="urn:microsoft.com/office/officeart/2005/8/layout/orgChart1"/>
    <dgm:cxn modelId="{E6AC9EAB-D027-4747-B4E3-A44195212379}" type="presParOf" srcId="{85C6F464-519E-43D6-A2C5-5A78218C7103}" destId="{B8B29FD0-E6DB-4B4C-9F93-99B1EA5B5FEA}" srcOrd="2" destOrd="0" presId="urn:microsoft.com/office/officeart/2005/8/layout/orgChart1"/>
    <dgm:cxn modelId="{22E2C0FC-221C-458A-A961-4BD2C92F72A1}" type="presParOf" srcId="{F2690375-1D2F-46C6-AE1D-BC683FDCFBA8}" destId="{9AAE2DC3-6A45-4481-A98C-D7EF72FB2496}" srcOrd="4" destOrd="0" presId="urn:microsoft.com/office/officeart/2005/8/layout/orgChart1"/>
    <dgm:cxn modelId="{6F4DCED0-E4DC-4721-8336-4A34CF5EA56E}" type="presParOf" srcId="{F2690375-1D2F-46C6-AE1D-BC683FDCFBA8}" destId="{72DB9358-9609-47C8-84D9-23155CD1CE40}" srcOrd="5" destOrd="0" presId="urn:microsoft.com/office/officeart/2005/8/layout/orgChart1"/>
    <dgm:cxn modelId="{69DE6DD0-4FA0-40C5-97BB-758CF5684062}" type="presParOf" srcId="{72DB9358-9609-47C8-84D9-23155CD1CE40}" destId="{B4536992-9142-4C88-927B-003C4A6638F9}" srcOrd="0" destOrd="0" presId="urn:microsoft.com/office/officeart/2005/8/layout/orgChart1"/>
    <dgm:cxn modelId="{F0A5CA8C-A55E-4933-BCB7-690D2FFA0305}" type="presParOf" srcId="{B4536992-9142-4C88-927B-003C4A6638F9}" destId="{A52BEDB0-7C79-45DA-9066-51C3C109AE08}" srcOrd="0" destOrd="0" presId="urn:microsoft.com/office/officeart/2005/8/layout/orgChart1"/>
    <dgm:cxn modelId="{1C0B771C-3775-4825-88D0-D6B0278B4188}" type="presParOf" srcId="{B4536992-9142-4C88-927B-003C4A6638F9}" destId="{F3879F40-5A7D-42EC-82D0-67F2C39F5907}" srcOrd="1" destOrd="0" presId="urn:microsoft.com/office/officeart/2005/8/layout/orgChart1"/>
    <dgm:cxn modelId="{DE840587-1B43-4A12-8C03-F527A9465769}" type="presParOf" srcId="{72DB9358-9609-47C8-84D9-23155CD1CE40}" destId="{B77D96AA-8128-4A67-ACA9-16294830FC38}" srcOrd="1" destOrd="0" presId="urn:microsoft.com/office/officeart/2005/8/layout/orgChart1"/>
    <dgm:cxn modelId="{E8C2479C-970D-4F10-B69E-919266E85EBE}" type="presParOf" srcId="{72DB9358-9609-47C8-84D9-23155CD1CE40}" destId="{4A103068-C059-4E6A-992A-7962F6E2ED96}" srcOrd="2" destOrd="0" presId="urn:microsoft.com/office/officeart/2005/8/layout/orgChart1"/>
    <dgm:cxn modelId="{26AAD16F-70DB-40FE-AC4C-8D38DD2511F7}" type="presParOf" srcId="{727827FA-D624-46F3-A7BE-5CFDBDC15AFD}" destId="{D7B9245C-5CC4-4068-8109-5D7D7B9FDD16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86B88F4-505E-4AC2-85BB-40FD7963CE8B}" type="doc">
      <dgm:prSet loTypeId="urn:microsoft.com/office/officeart/2005/8/layout/cycle3" loCatId="cycle" qsTypeId="urn:microsoft.com/office/officeart/2005/8/quickstyle/3d3" qsCatId="3D" csTypeId="urn:microsoft.com/office/officeart/2005/8/colors/colorful4" csCatId="colorful" phldr="1"/>
      <dgm:spPr/>
      <dgm:t>
        <a:bodyPr/>
        <a:lstStyle/>
        <a:p>
          <a:endParaRPr lang="ru-RU"/>
        </a:p>
      </dgm:t>
    </dgm:pt>
    <dgm:pt modelId="{D9799EA4-DFF7-41D8-8506-79B2B2C538B0}">
      <dgm:prSet phldrT="[Текст]" custT="1"/>
      <dgm:spPr/>
      <dgm:t>
        <a:bodyPr/>
        <a:lstStyle/>
        <a:p>
          <a:r>
            <a:rPr lang="ru-RU" sz="1100" dirty="0" smtClean="0"/>
            <a:t>Поступившей продукции</a:t>
          </a:r>
          <a:endParaRPr lang="ru-RU" sz="1100" dirty="0"/>
        </a:p>
      </dgm:t>
    </dgm:pt>
    <dgm:pt modelId="{C9D614D9-BCDC-432C-9AA3-E3BAE5DBDC22}" type="parTrans" cxnId="{35B6ACA9-2F0D-4D53-9F26-055F88BD8953}">
      <dgm:prSet/>
      <dgm:spPr/>
      <dgm:t>
        <a:bodyPr/>
        <a:lstStyle/>
        <a:p>
          <a:endParaRPr lang="ru-RU" sz="1100"/>
        </a:p>
      </dgm:t>
    </dgm:pt>
    <dgm:pt modelId="{C4329404-EA81-4EDB-84E7-904E24CF20DC}" type="sibTrans" cxnId="{35B6ACA9-2F0D-4D53-9F26-055F88BD8953}">
      <dgm:prSet/>
      <dgm:spPr/>
      <dgm:t>
        <a:bodyPr/>
        <a:lstStyle/>
        <a:p>
          <a:endParaRPr lang="ru-RU" sz="1100"/>
        </a:p>
      </dgm:t>
    </dgm:pt>
    <dgm:pt modelId="{EF86B8DE-FD4B-4DAA-B370-BBD46B9C9412}">
      <dgm:prSet phldrT="[Текст]" custT="1"/>
      <dgm:spPr/>
      <dgm:t>
        <a:bodyPr/>
        <a:lstStyle/>
        <a:p>
          <a:r>
            <a:rPr lang="ru-RU" sz="1100" dirty="0" smtClean="0"/>
            <a:t>Снятой с реализации продукции</a:t>
          </a:r>
          <a:endParaRPr lang="ru-RU" sz="1100" dirty="0"/>
        </a:p>
      </dgm:t>
    </dgm:pt>
    <dgm:pt modelId="{733B15E2-4B32-4337-BA35-27DD01DAC692}" type="parTrans" cxnId="{BCA2A627-563A-46DE-801E-056D2B87AF11}">
      <dgm:prSet/>
      <dgm:spPr/>
      <dgm:t>
        <a:bodyPr/>
        <a:lstStyle/>
        <a:p>
          <a:endParaRPr lang="ru-RU" sz="1100"/>
        </a:p>
      </dgm:t>
    </dgm:pt>
    <dgm:pt modelId="{61A93F40-CA9A-4040-8E8A-7066556745BF}" type="sibTrans" cxnId="{BCA2A627-563A-46DE-801E-056D2B87AF11}">
      <dgm:prSet/>
      <dgm:spPr/>
      <dgm:t>
        <a:bodyPr/>
        <a:lstStyle/>
        <a:p>
          <a:endParaRPr lang="ru-RU" sz="1100"/>
        </a:p>
      </dgm:t>
    </dgm:pt>
    <dgm:pt modelId="{A5B519F2-8032-46A5-9D21-7CB5A5C8842F}">
      <dgm:prSet phldrT="[Текст]" custT="1"/>
      <dgm:spPr/>
      <dgm:t>
        <a:bodyPr/>
        <a:lstStyle/>
        <a:p>
          <a:r>
            <a:rPr lang="ru-RU" sz="1100" dirty="0" smtClean="0"/>
            <a:t>Распределения продукции по торговым точкам</a:t>
          </a:r>
          <a:endParaRPr lang="ru-RU" sz="1100" dirty="0"/>
        </a:p>
      </dgm:t>
    </dgm:pt>
    <dgm:pt modelId="{79211C72-4625-4E75-AD62-4504DF63A749}" type="parTrans" cxnId="{2F69E13F-3C5D-4A4B-B5F0-1ABB9DDF1DB8}">
      <dgm:prSet/>
      <dgm:spPr/>
      <dgm:t>
        <a:bodyPr/>
        <a:lstStyle/>
        <a:p>
          <a:endParaRPr lang="ru-RU" sz="1100"/>
        </a:p>
      </dgm:t>
    </dgm:pt>
    <dgm:pt modelId="{821DFF61-20B0-4931-8801-1965264B1EAB}" type="sibTrans" cxnId="{2F69E13F-3C5D-4A4B-B5F0-1ABB9DDF1DB8}">
      <dgm:prSet/>
      <dgm:spPr/>
      <dgm:t>
        <a:bodyPr/>
        <a:lstStyle/>
        <a:p>
          <a:endParaRPr lang="ru-RU" sz="1100"/>
        </a:p>
      </dgm:t>
    </dgm:pt>
    <dgm:pt modelId="{24A58205-A5B7-4D77-804E-9D0CCD769D5E}">
      <dgm:prSet phldrT="[Текст]" custT="1"/>
      <dgm:spPr/>
      <dgm:t>
        <a:bodyPr/>
        <a:lstStyle/>
        <a:p>
          <a:r>
            <a:rPr lang="ru-RU" sz="1100" dirty="0" smtClean="0"/>
            <a:t>Отобранных для исследования проб</a:t>
          </a:r>
          <a:endParaRPr lang="ru-RU" sz="1100" dirty="0"/>
        </a:p>
      </dgm:t>
    </dgm:pt>
    <dgm:pt modelId="{DD449A01-3745-4A92-A8E3-DA21AA71651D}" type="parTrans" cxnId="{8E0C0014-F581-4768-BF46-1300FE682EF0}">
      <dgm:prSet/>
      <dgm:spPr/>
      <dgm:t>
        <a:bodyPr/>
        <a:lstStyle/>
        <a:p>
          <a:endParaRPr lang="ru-RU" sz="1100"/>
        </a:p>
      </dgm:t>
    </dgm:pt>
    <dgm:pt modelId="{F6446B38-4353-420B-A745-0714430A0F3F}" type="sibTrans" cxnId="{8E0C0014-F581-4768-BF46-1300FE682EF0}">
      <dgm:prSet/>
      <dgm:spPr/>
      <dgm:t>
        <a:bodyPr/>
        <a:lstStyle/>
        <a:p>
          <a:endParaRPr lang="ru-RU" sz="1100"/>
        </a:p>
      </dgm:t>
    </dgm:pt>
    <dgm:pt modelId="{EC8B6558-0E17-4A90-9501-1E3F93059865}">
      <dgm:prSet phldrT="[Текст]" custT="1"/>
      <dgm:spPr/>
      <dgm:t>
        <a:bodyPr/>
        <a:lstStyle/>
        <a:p>
          <a:r>
            <a:rPr lang="ru-RU" sz="1100" dirty="0" smtClean="0"/>
            <a:t>Количества биологических отходов</a:t>
          </a:r>
          <a:endParaRPr lang="ru-RU" sz="1100" dirty="0"/>
        </a:p>
      </dgm:t>
    </dgm:pt>
    <dgm:pt modelId="{4DFD5876-5119-45C0-A4D9-E369B16C324B}" type="parTrans" cxnId="{D938237A-FE19-42D5-A98C-2D837CDEBB25}">
      <dgm:prSet/>
      <dgm:spPr/>
      <dgm:t>
        <a:bodyPr/>
        <a:lstStyle/>
        <a:p>
          <a:endParaRPr lang="ru-RU" sz="1100"/>
        </a:p>
      </dgm:t>
    </dgm:pt>
    <dgm:pt modelId="{85316A77-001B-4AFA-87BC-88C041F87FC0}" type="sibTrans" cxnId="{D938237A-FE19-42D5-A98C-2D837CDEBB25}">
      <dgm:prSet/>
      <dgm:spPr/>
      <dgm:t>
        <a:bodyPr/>
        <a:lstStyle/>
        <a:p>
          <a:endParaRPr lang="ru-RU" sz="1100"/>
        </a:p>
      </dgm:t>
    </dgm:pt>
    <dgm:pt modelId="{6D2B608A-37CA-4DD9-A836-B113E2F30FA7}">
      <dgm:prSet custT="1"/>
      <dgm:spPr/>
      <dgm:t>
        <a:bodyPr/>
        <a:lstStyle/>
        <a:p>
          <a:r>
            <a:rPr lang="ru-RU" sz="1100" dirty="0" smtClean="0"/>
            <a:t>Результатов ВСЭ</a:t>
          </a:r>
          <a:endParaRPr lang="ru-RU" sz="1100" dirty="0"/>
        </a:p>
      </dgm:t>
    </dgm:pt>
    <dgm:pt modelId="{DE672622-FD34-4562-85A6-C8DC52883C3A}" type="parTrans" cxnId="{5D43E199-A3C2-4480-A4D0-4A6F185DDB29}">
      <dgm:prSet/>
      <dgm:spPr/>
      <dgm:t>
        <a:bodyPr/>
        <a:lstStyle/>
        <a:p>
          <a:endParaRPr lang="ru-RU" sz="1100"/>
        </a:p>
      </dgm:t>
    </dgm:pt>
    <dgm:pt modelId="{EC46D154-FFFA-4031-B088-E3CE883614EB}" type="sibTrans" cxnId="{5D43E199-A3C2-4480-A4D0-4A6F185DDB29}">
      <dgm:prSet/>
      <dgm:spPr/>
      <dgm:t>
        <a:bodyPr/>
        <a:lstStyle/>
        <a:p>
          <a:endParaRPr lang="ru-RU" sz="1100"/>
        </a:p>
      </dgm:t>
    </dgm:pt>
    <dgm:pt modelId="{6E19B4E7-49EB-416E-9DDB-77A0F693A21D}">
      <dgm:prSet custT="1"/>
      <dgm:spPr/>
      <dgm:t>
        <a:bodyPr/>
        <a:lstStyle/>
        <a:p>
          <a:r>
            <a:rPr lang="ru-RU" sz="1100" dirty="0" smtClean="0"/>
            <a:t>Дополнительных исследований и их результатов</a:t>
          </a:r>
          <a:endParaRPr lang="ru-RU" sz="1100" dirty="0"/>
        </a:p>
      </dgm:t>
    </dgm:pt>
    <dgm:pt modelId="{323E5768-A8D7-440B-B7B8-8C4B32258CB3}" type="parTrans" cxnId="{7657CFB1-EEB7-426C-8E6F-AF8EFB09AA25}">
      <dgm:prSet/>
      <dgm:spPr/>
      <dgm:t>
        <a:bodyPr/>
        <a:lstStyle/>
        <a:p>
          <a:endParaRPr lang="ru-RU" sz="1100"/>
        </a:p>
      </dgm:t>
    </dgm:pt>
    <dgm:pt modelId="{18631F1A-F50F-4014-9FDC-AAC77116B887}" type="sibTrans" cxnId="{7657CFB1-EEB7-426C-8E6F-AF8EFB09AA25}">
      <dgm:prSet/>
      <dgm:spPr/>
      <dgm:t>
        <a:bodyPr/>
        <a:lstStyle/>
        <a:p>
          <a:endParaRPr lang="ru-RU" sz="1100"/>
        </a:p>
      </dgm:t>
    </dgm:pt>
    <dgm:pt modelId="{71992B28-D189-4B8C-888F-306006D7F089}">
      <dgm:prSet custT="1"/>
      <dgm:spPr/>
      <dgm:t>
        <a:bodyPr/>
        <a:lstStyle/>
        <a:p>
          <a:r>
            <a:rPr lang="ru-RU" sz="1100" dirty="0" smtClean="0"/>
            <a:t>Выявленных болезней и несоответствий</a:t>
          </a:r>
          <a:endParaRPr lang="ru-RU" sz="1100" dirty="0"/>
        </a:p>
      </dgm:t>
    </dgm:pt>
    <dgm:pt modelId="{B6C08009-98AB-4B3B-8D22-A871A152FAD1}" type="parTrans" cxnId="{44EEB2BB-581E-4DE3-9FED-3345D95B3EA9}">
      <dgm:prSet/>
      <dgm:spPr/>
      <dgm:t>
        <a:bodyPr/>
        <a:lstStyle/>
        <a:p>
          <a:endParaRPr lang="ru-RU" sz="1100"/>
        </a:p>
      </dgm:t>
    </dgm:pt>
    <dgm:pt modelId="{C2558D1D-4171-4FFD-9584-EFA6561D2CFE}" type="sibTrans" cxnId="{44EEB2BB-581E-4DE3-9FED-3345D95B3EA9}">
      <dgm:prSet/>
      <dgm:spPr/>
      <dgm:t>
        <a:bodyPr/>
        <a:lstStyle/>
        <a:p>
          <a:endParaRPr lang="ru-RU" sz="1100"/>
        </a:p>
      </dgm:t>
    </dgm:pt>
    <dgm:pt modelId="{1B539C10-2613-4FED-AC92-15BB248BFBCD}" type="pres">
      <dgm:prSet presAssocID="{086B88F4-505E-4AC2-85BB-40FD7963CE8B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169BBD5-6640-4374-B488-A05AEBE07DD8}" type="pres">
      <dgm:prSet presAssocID="{086B88F4-505E-4AC2-85BB-40FD7963CE8B}" presName="cycle" presStyleCnt="0"/>
      <dgm:spPr/>
      <dgm:t>
        <a:bodyPr/>
        <a:lstStyle/>
        <a:p>
          <a:endParaRPr lang="ru-RU"/>
        </a:p>
      </dgm:t>
    </dgm:pt>
    <dgm:pt modelId="{3FD96026-1917-4E13-8DC7-362CF0BB3226}" type="pres">
      <dgm:prSet presAssocID="{D9799EA4-DFF7-41D8-8506-79B2B2C538B0}" presName="nodeFirstNode" presStyleLbl="node1" presStyleIdx="0" presStyleCnt="8" custScaleX="110000" custScaleY="110000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401278C-DB32-4D15-BEAB-0243B9EB8DEA}" type="pres">
      <dgm:prSet presAssocID="{C4329404-EA81-4EDB-84E7-904E24CF20DC}" presName="sibTransFirstNode" presStyleLbl="bgShp" presStyleIdx="0" presStyleCnt="1"/>
      <dgm:spPr/>
      <dgm:t>
        <a:bodyPr/>
        <a:lstStyle/>
        <a:p>
          <a:endParaRPr lang="ru-RU"/>
        </a:p>
      </dgm:t>
    </dgm:pt>
    <dgm:pt modelId="{E67082B3-6BB8-4C45-9EC9-08DAC5ACD1E0}" type="pres">
      <dgm:prSet presAssocID="{6D2B608A-37CA-4DD9-A836-B113E2F30FA7}" presName="nodeFollowingNodes" presStyleLbl="node1" presStyleIdx="1" presStyleCnt="8" custScaleX="110000" custScaleY="110000" custRadScaleRad="103752" custRadScaleInc="2122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4C01411-F941-4852-9780-7FB3F0235A97}" type="pres">
      <dgm:prSet presAssocID="{6E19B4E7-49EB-416E-9DDB-77A0F693A21D}" presName="nodeFollowingNodes" presStyleLbl="node1" presStyleIdx="2" presStyleCnt="8" custScaleX="121000" custScaleY="121000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2F4B1E6-7F68-4452-9789-FAAE20278DB4}" type="pres">
      <dgm:prSet presAssocID="{71992B28-D189-4B8C-888F-306006D7F089}" presName="nodeFollowingNodes" presStyleLbl="node1" presStyleIdx="3" presStyleCnt="8" custScaleX="110000" custScaleY="110000" custRadScaleRad="105494" custRadScaleInc="-1575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36F24A2-1C5A-4F07-BA07-60620068B42A}" type="pres">
      <dgm:prSet presAssocID="{EF86B8DE-FD4B-4DAA-B370-BBD46B9C9412}" presName="nodeFollowingNodes" presStyleLbl="node1" presStyleIdx="4" presStyleCnt="8" custScaleX="110000" custScaleY="110000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3B57183-06A7-4946-82FD-09DFE86C0562}" type="pres">
      <dgm:prSet presAssocID="{A5B519F2-8032-46A5-9D21-7CB5A5C8842F}" presName="nodeFollowingNodes" presStyleLbl="node1" presStyleIdx="5" presStyleCnt="8" custScaleX="110000" custScaleY="110000" custRadScaleRad="99727" custRadScaleInc="1397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B7006DA-E090-4322-BABE-86681BF3E7CE}" type="pres">
      <dgm:prSet presAssocID="{24A58205-A5B7-4D77-804E-9D0CCD769D5E}" presName="nodeFollowingNodes" presStyleLbl="node1" presStyleIdx="6" presStyleCnt="8" custScaleX="110000" custScaleY="110000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13C7A65-9214-4CDB-B485-A92CF376B6E9}" type="pres">
      <dgm:prSet presAssocID="{EC8B6558-0E17-4A90-9501-1E3F93059865}" presName="nodeFollowingNodes" presStyleLbl="node1" presStyleIdx="7" presStyleCnt="8" custScaleX="110000" custScaleY="110000" custRadScaleRad="98999" custRadScaleInc="-1897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35B6ACA9-2F0D-4D53-9F26-055F88BD8953}" srcId="{086B88F4-505E-4AC2-85BB-40FD7963CE8B}" destId="{D9799EA4-DFF7-41D8-8506-79B2B2C538B0}" srcOrd="0" destOrd="0" parTransId="{C9D614D9-BCDC-432C-9AA3-E3BAE5DBDC22}" sibTransId="{C4329404-EA81-4EDB-84E7-904E24CF20DC}"/>
    <dgm:cxn modelId="{2F69E13F-3C5D-4A4B-B5F0-1ABB9DDF1DB8}" srcId="{086B88F4-505E-4AC2-85BB-40FD7963CE8B}" destId="{A5B519F2-8032-46A5-9D21-7CB5A5C8842F}" srcOrd="5" destOrd="0" parTransId="{79211C72-4625-4E75-AD62-4504DF63A749}" sibTransId="{821DFF61-20B0-4931-8801-1965264B1EAB}"/>
    <dgm:cxn modelId="{5D43E199-A3C2-4480-A4D0-4A6F185DDB29}" srcId="{086B88F4-505E-4AC2-85BB-40FD7963CE8B}" destId="{6D2B608A-37CA-4DD9-A836-B113E2F30FA7}" srcOrd="1" destOrd="0" parTransId="{DE672622-FD34-4562-85A6-C8DC52883C3A}" sibTransId="{EC46D154-FFFA-4031-B088-E3CE883614EB}"/>
    <dgm:cxn modelId="{2BCEFF1F-F062-4C47-A2A0-F8B0B0FC74B8}" type="presOf" srcId="{6D2B608A-37CA-4DD9-A836-B113E2F30FA7}" destId="{E67082B3-6BB8-4C45-9EC9-08DAC5ACD1E0}" srcOrd="0" destOrd="0" presId="urn:microsoft.com/office/officeart/2005/8/layout/cycle3"/>
    <dgm:cxn modelId="{D938237A-FE19-42D5-A98C-2D837CDEBB25}" srcId="{086B88F4-505E-4AC2-85BB-40FD7963CE8B}" destId="{EC8B6558-0E17-4A90-9501-1E3F93059865}" srcOrd="7" destOrd="0" parTransId="{4DFD5876-5119-45C0-A4D9-E369B16C324B}" sibTransId="{85316A77-001B-4AFA-87BC-88C041F87FC0}"/>
    <dgm:cxn modelId="{22B9EE0E-9C7D-4DC6-AF5E-EB4542059C6E}" type="presOf" srcId="{EF86B8DE-FD4B-4DAA-B370-BBD46B9C9412}" destId="{E36F24A2-1C5A-4F07-BA07-60620068B42A}" srcOrd="0" destOrd="0" presId="urn:microsoft.com/office/officeart/2005/8/layout/cycle3"/>
    <dgm:cxn modelId="{B4E6A09F-691D-48CB-8290-3AA5DAEC199B}" type="presOf" srcId="{A5B519F2-8032-46A5-9D21-7CB5A5C8842F}" destId="{73B57183-06A7-4946-82FD-09DFE86C0562}" srcOrd="0" destOrd="0" presId="urn:microsoft.com/office/officeart/2005/8/layout/cycle3"/>
    <dgm:cxn modelId="{8E0C0014-F581-4768-BF46-1300FE682EF0}" srcId="{086B88F4-505E-4AC2-85BB-40FD7963CE8B}" destId="{24A58205-A5B7-4D77-804E-9D0CCD769D5E}" srcOrd="6" destOrd="0" parTransId="{DD449A01-3745-4A92-A8E3-DA21AA71651D}" sibTransId="{F6446B38-4353-420B-A745-0714430A0F3F}"/>
    <dgm:cxn modelId="{BCA2A627-563A-46DE-801E-056D2B87AF11}" srcId="{086B88F4-505E-4AC2-85BB-40FD7963CE8B}" destId="{EF86B8DE-FD4B-4DAA-B370-BBD46B9C9412}" srcOrd="4" destOrd="0" parTransId="{733B15E2-4B32-4337-BA35-27DD01DAC692}" sibTransId="{61A93F40-CA9A-4040-8E8A-7066556745BF}"/>
    <dgm:cxn modelId="{44EEB2BB-581E-4DE3-9FED-3345D95B3EA9}" srcId="{086B88F4-505E-4AC2-85BB-40FD7963CE8B}" destId="{71992B28-D189-4B8C-888F-306006D7F089}" srcOrd="3" destOrd="0" parTransId="{B6C08009-98AB-4B3B-8D22-A871A152FAD1}" sibTransId="{C2558D1D-4171-4FFD-9584-EFA6561D2CFE}"/>
    <dgm:cxn modelId="{7657CFB1-EEB7-426C-8E6F-AF8EFB09AA25}" srcId="{086B88F4-505E-4AC2-85BB-40FD7963CE8B}" destId="{6E19B4E7-49EB-416E-9DDB-77A0F693A21D}" srcOrd="2" destOrd="0" parTransId="{323E5768-A8D7-440B-B7B8-8C4B32258CB3}" sibTransId="{18631F1A-F50F-4014-9FDC-AAC77116B887}"/>
    <dgm:cxn modelId="{A0942E50-D3AC-4724-8B35-EC0276F76FC1}" type="presOf" srcId="{086B88F4-505E-4AC2-85BB-40FD7963CE8B}" destId="{1B539C10-2613-4FED-AC92-15BB248BFBCD}" srcOrd="0" destOrd="0" presId="urn:microsoft.com/office/officeart/2005/8/layout/cycle3"/>
    <dgm:cxn modelId="{A12755D9-44B0-401B-8B66-95132F75CA67}" type="presOf" srcId="{24A58205-A5B7-4D77-804E-9D0CCD769D5E}" destId="{3B7006DA-E090-4322-BABE-86681BF3E7CE}" srcOrd="0" destOrd="0" presId="urn:microsoft.com/office/officeart/2005/8/layout/cycle3"/>
    <dgm:cxn modelId="{BBAA827C-EF27-424B-B5F9-CC23C2842114}" type="presOf" srcId="{EC8B6558-0E17-4A90-9501-1E3F93059865}" destId="{513C7A65-9214-4CDB-B485-A92CF376B6E9}" srcOrd="0" destOrd="0" presId="urn:microsoft.com/office/officeart/2005/8/layout/cycle3"/>
    <dgm:cxn modelId="{40292C2B-562B-42B2-9DD9-8AC981D5ADB5}" type="presOf" srcId="{6E19B4E7-49EB-416E-9DDB-77A0F693A21D}" destId="{34C01411-F941-4852-9780-7FB3F0235A97}" srcOrd="0" destOrd="0" presId="urn:microsoft.com/office/officeart/2005/8/layout/cycle3"/>
    <dgm:cxn modelId="{937583E9-284F-424D-B95A-EC0B3B33A163}" type="presOf" srcId="{C4329404-EA81-4EDB-84E7-904E24CF20DC}" destId="{2401278C-DB32-4D15-BEAB-0243B9EB8DEA}" srcOrd="0" destOrd="0" presId="urn:microsoft.com/office/officeart/2005/8/layout/cycle3"/>
    <dgm:cxn modelId="{4DA2B23D-BC4D-495C-97AE-CECBAE05EA96}" type="presOf" srcId="{71992B28-D189-4B8C-888F-306006D7F089}" destId="{12F4B1E6-7F68-4452-9789-FAAE20278DB4}" srcOrd="0" destOrd="0" presId="urn:microsoft.com/office/officeart/2005/8/layout/cycle3"/>
    <dgm:cxn modelId="{1A5531B2-8E22-4AA1-A5A1-90B73268F284}" type="presOf" srcId="{D9799EA4-DFF7-41D8-8506-79B2B2C538B0}" destId="{3FD96026-1917-4E13-8DC7-362CF0BB3226}" srcOrd="0" destOrd="0" presId="urn:microsoft.com/office/officeart/2005/8/layout/cycle3"/>
    <dgm:cxn modelId="{5DD38D23-D23B-4C16-8730-D35981B77FC3}" type="presParOf" srcId="{1B539C10-2613-4FED-AC92-15BB248BFBCD}" destId="{6169BBD5-6640-4374-B488-A05AEBE07DD8}" srcOrd="0" destOrd="0" presId="urn:microsoft.com/office/officeart/2005/8/layout/cycle3"/>
    <dgm:cxn modelId="{463BCD90-4255-4A5F-8C14-DA04551D9B59}" type="presParOf" srcId="{6169BBD5-6640-4374-B488-A05AEBE07DD8}" destId="{3FD96026-1917-4E13-8DC7-362CF0BB3226}" srcOrd="0" destOrd="0" presId="urn:microsoft.com/office/officeart/2005/8/layout/cycle3"/>
    <dgm:cxn modelId="{7501288C-9A03-4354-888B-00A22DED508B}" type="presParOf" srcId="{6169BBD5-6640-4374-B488-A05AEBE07DD8}" destId="{2401278C-DB32-4D15-BEAB-0243B9EB8DEA}" srcOrd="1" destOrd="0" presId="urn:microsoft.com/office/officeart/2005/8/layout/cycle3"/>
    <dgm:cxn modelId="{C92694D2-4B9F-4420-9FEB-F08CEC6F1367}" type="presParOf" srcId="{6169BBD5-6640-4374-B488-A05AEBE07DD8}" destId="{E67082B3-6BB8-4C45-9EC9-08DAC5ACD1E0}" srcOrd="2" destOrd="0" presId="urn:microsoft.com/office/officeart/2005/8/layout/cycle3"/>
    <dgm:cxn modelId="{49C5189B-42A8-4302-B729-ED387F9D3D23}" type="presParOf" srcId="{6169BBD5-6640-4374-B488-A05AEBE07DD8}" destId="{34C01411-F941-4852-9780-7FB3F0235A97}" srcOrd="3" destOrd="0" presId="urn:microsoft.com/office/officeart/2005/8/layout/cycle3"/>
    <dgm:cxn modelId="{611CBCAD-CFFB-4606-9C76-77191A196C96}" type="presParOf" srcId="{6169BBD5-6640-4374-B488-A05AEBE07DD8}" destId="{12F4B1E6-7F68-4452-9789-FAAE20278DB4}" srcOrd="4" destOrd="0" presId="urn:microsoft.com/office/officeart/2005/8/layout/cycle3"/>
    <dgm:cxn modelId="{79C701CD-0BF3-40D8-996E-8E2353420545}" type="presParOf" srcId="{6169BBD5-6640-4374-B488-A05AEBE07DD8}" destId="{E36F24A2-1C5A-4F07-BA07-60620068B42A}" srcOrd="5" destOrd="0" presId="urn:microsoft.com/office/officeart/2005/8/layout/cycle3"/>
    <dgm:cxn modelId="{4AE0F686-F143-4FEC-BCBD-10689B167904}" type="presParOf" srcId="{6169BBD5-6640-4374-B488-A05AEBE07DD8}" destId="{73B57183-06A7-4946-82FD-09DFE86C0562}" srcOrd="6" destOrd="0" presId="urn:microsoft.com/office/officeart/2005/8/layout/cycle3"/>
    <dgm:cxn modelId="{9D137DC4-8FBF-4FEF-AC15-9891466F525F}" type="presParOf" srcId="{6169BBD5-6640-4374-B488-A05AEBE07DD8}" destId="{3B7006DA-E090-4322-BABE-86681BF3E7CE}" srcOrd="7" destOrd="0" presId="urn:microsoft.com/office/officeart/2005/8/layout/cycle3"/>
    <dgm:cxn modelId="{BEF2A887-D332-4D9C-B348-1D3C6E4E2B48}" type="presParOf" srcId="{6169BBD5-6640-4374-B488-A05AEBE07DD8}" destId="{513C7A65-9214-4CDB-B485-A92CF376B6E9}" srcOrd="8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CB92677-7292-4132-B519-3DDCDD4FFE8C}" type="doc">
      <dgm:prSet loTypeId="urn:microsoft.com/office/officeart/2005/8/layout/hierarchy3" loCatId="list" qsTypeId="urn:microsoft.com/office/officeart/2005/8/quickstyle/3d3" qsCatId="3D" csTypeId="urn:microsoft.com/office/officeart/2005/8/colors/colorful4" csCatId="colorful" phldr="1"/>
      <dgm:spPr/>
      <dgm:t>
        <a:bodyPr/>
        <a:lstStyle/>
        <a:p>
          <a:endParaRPr lang="ru-RU"/>
        </a:p>
      </dgm:t>
    </dgm:pt>
    <dgm:pt modelId="{EDBCDD41-6174-4B7F-B28B-ABB65CBE00A7}">
      <dgm:prSet phldrT="[Текст]"/>
      <dgm:spPr/>
      <dgm:t>
        <a:bodyPr/>
        <a:lstStyle/>
        <a:p>
          <a:r>
            <a:rPr lang="ru-RU" dirty="0" smtClean="0"/>
            <a:t>Выбор объекта</a:t>
          </a:r>
          <a:endParaRPr lang="ru-RU" dirty="0"/>
        </a:p>
      </dgm:t>
    </dgm:pt>
    <dgm:pt modelId="{8F429FB4-110B-4C1D-8863-897C75A0AA86}" type="parTrans" cxnId="{8B4FF11D-B75D-40EF-AA4F-F4F6AB383100}">
      <dgm:prSet/>
      <dgm:spPr/>
      <dgm:t>
        <a:bodyPr/>
        <a:lstStyle/>
        <a:p>
          <a:endParaRPr lang="ru-RU"/>
        </a:p>
      </dgm:t>
    </dgm:pt>
    <dgm:pt modelId="{D4E7C3AA-3BA7-4020-84F2-7DC4248CEA6C}" type="sibTrans" cxnId="{8B4FF11D-B75D-40EF-AA4F-F4F6AB383100}">
      <dgm:prSet/>
      <dgm:spPr/>
      <dgm:t>
        <a:bodyPr/>
        <a:lstStyle/>
        <a:p>
          <a:endParaRPr lang="ru-RU"/>
        </a:p>
      </dgm:t>
    </dgm:pt>
    <dgm:pt modelId="{C256863C-9653-4867-AC93-ABA7E31EC09B}">
      <dgm:prSet phldrT="[Текст]"/>
      <dgm:spPr/>
      <dgm:t>
        <a:bodyPr/>
        <a:lstStyle/>
        <a:p>
          <a:r>
            <a:rPr lang="ru-RU" dirty="0" smtClean="0"/>
            <a:t>ЛВСЭ</a:t>
          </a:r>
          <a:endParaRPr lang="ru-RU" dirty="0"/>
        </a:p>
      </dgm:t>
    </dgm:pt>
    <dgm:pt modelId="{7756233A-F34F-430A-ADBF-46885DF6A465}" type="parTrans" cxnId="{D8D96BB6-D01E-401B-8615-433DC5CEC556}">
      <dgm:prSet/>
      <dgm:spPr/>
      <dgm:t>
        <a:bodyPr/>
        <a:lstStyle/>
        <a:p>
          <a:endParaRPr lang="ru-RU"/>
        </a:p>
      </dgm:t>
    </dgm:pt>
    <dgm:pt modelId="{A882C8B8-149F-4818-A18F-C388A87A2DD4}" type="sibTrans" cxnId="{D8D96BB6-D01E-401B-8615-433DC5CEC556}">
      <dgm:prSet/>
      <dgm:spPr/>
      <dgm:t>
        <a:bodyPr/>
        <a:lstStyle/>
        <a:p>
          <a:endParaRPr lang="ru-RU"/>
        </a:p>
      </dgm:t>
    </dgm:pt>
    <dgm:pt modelId="{4E1ACDD0-F007-4037-8B36-67759355258B}">
      <dgm:prSet phldrT="[Текст]"/>
      <dgm:spPr/>
      <dgm:t>
        <a:bodyPr/>
        <a:lstStyle/>
        <a:p>
          <a:r>
            <a:rPr lang="ru-RU" dirty="0" smtClean="0"/>
            <a:t>РВС</a:t>
          </a:r>
          <a:endParaRPr lang="ru-RU" dirty="0"/>
        </a:p>
      </dgm:t>
    </dgm:pt>
    <dgm:pt modelId="{AA92A51C-7597-4605-9010-DEB8EF422E8F}" type="parTrans" cxnId="{5A131295-412A-4576-BA65-F7DE2EB544DE}">
      <dgm:prSet/>
      <dgm:spPr/>
      <dgm:t>
        <a:bodyPr/>
        <a:lstStyle/>
        <a:p>
          <a:endParaRPr lang="ru-RU"/>
        </a:p>
      </dgm:t>
    </dgm:pt>
    <dgm:pt modelId="{FB3D4362-D302-4C8C-BF00-831E268B362D}" type="sibTrans" cxnId="{5A131295-412A-4576-BA65-F7DE2EB544DE}">
      <dgm:prSet/>
      <dgm:spPr/>
      <dgm:t>
        <a:bodyPr/>
        <a:lstStyle/>
        <a:p>
          <a:endParaRPr lang="ru-RU"/>
        </a:p>
      </dgm:t>
    </dgm:pt>
    <dgm:pt modelId="{3708921B-7042-4178-95FF-BDEB78F6C5B2}">
      <dgm:prSet phldrT="[Текст]"/>
      <dgm:spPr/>
      <dgm:t>
        <a:bodyPr/>
        <a:lstStyle/>
        <a:p>
          <a:r>
            <a:rPr lang="ru-RU" dirty="0" smtClean="0"/>
            <a:t>Выбор периода</a:t>
          </a:r>
          <a:endParaRPr lang="ru-RU" dirty="0"/>
        </a:p>
      </dgm:t>
    </dgm:pt>
    <dgm:pt modelId="{5BA820FE-A704-4100-82B3-AD28F6990A13}" type="parTrans" cxnId="{7E92C50C-6FB2-474B-AD47-D4268D40E63B}">
      <dgm:prSet/>
      <dgm:spPr/>
      <dgm:t>
        <a:bodyPr/>
        <a:lstStyle/>
        <a:p>
          <a:endParaRPr lang="ru-RU"/>
        </a:p>
      </dgm:t>
    </dgm:pt>
    <dgm:pt modelId="{D11D858F-BDD1-42B6-9530-915C22739EE3}" type="sibTrans" cxnId="{7E92C50C-6FB2-474B-AD47-D4268D40E63B}">
      <dgm:prSet/>
      <dgm:spPr/>
      <dgm:t>
        <a:bodyPr/>
        <a:lstStyle/>
        <a:p>
          <a:endParaRPr lang="ru-RU"/>
        </a:p>
      </dgm:t>
    </dgm:pt>
    <dgm:pt modelId="{269E71F8-9550-4E5A-8F03-4F018870660D}">
      <dgm:prSet phldrT="[Текст]"/>
      <dgm:spPr/>
      <dgm:t>
        <a:bodyPr/>
        <a:lstStyle/>
        <a:p>
          <a:r>
            <a:rPr lang="ru-RU" dirty="0" smtClean="0"/>
            <a:t>Год</a:t>
          </a:r>
          <a:endParaRPr lang="ru-RU" dirty="0"/>
        </a:p>
      </dgm:t>
    </dgm:pt>
    <dgm:pt modelId="{CEFAD5AB-F01F-4C84-BC16-76B82150EC39}" type="parTrans" cxnId="{5FE27DFC-EF05-45EF-A65A-ACF15947B8C6}">
      <dgm:prSet/>
      <dgm:spPr/>
      <dgm:t>
        <a:bodyPr/>
        <a:lstStyle/>
        <a:p>
          <a:endParaRPr lang="ru-RU"/>
        </a:p>
      </dgm:t>
    </dgm:pt>
    <dgm:pt modelId="{C6E1B858-F9EC-4D54-8F1D-37272020E3A9}" type="sibTrans" cxnId="{5FE27DFC-EF05-45EF-A65A-ACF15947B8C6}">
      <dgm:prSet/>
      <dgm:spPr/>
      <dgm:t>
        <a:bodyPr/>
        <a:lstStyle/>
        <a:p>
          <a:endParaRPr lang="ru-RU"/>
        </a:p>
      </dgm:t>
    </dgm:pt>
    <dgm:pt modelId="{56D07919-2D83-4185-B1D8-CBA8CA1CC793}">
      <dgm:prSet phldrT="[Текст]"/>
      <dgm:spPr/>
      <dgm:t>
        <a:bodyPr/>
        <a:lstStyle/>
        <a:p>
          <a:r>
            <a:rPr lang="ru-RU" dirty="0" smtClean="0"/>
            <a:t>Полгода</a:t>
          </a:r>
          <a:endParaRPr lang="ru-RU" dirty="0"/>
        </a:p>
      </dgm:t>
    </dgm:pt>
    <dgm:pt modelId="{C81CAC7D-D4A5-47BB-BB12-139A65BA7FEA}" type="parTrans" cxnId="{2343FE5E-D84E-4CCA-A6B0-1D84822A5BC0}">
      <dgm:prSet/>
      <dgm:spPr/>
      <dgm:t>
        <a:bodyPr/>
        <a:lstStyle/>
        <a:p>
          <a:endParaRPr lang="ru-RU"/>
        </a:p>
      </dgm:t>
    </dgm:pt>
    <dgm:pt modelId="{50447E5D-9C93-4075-91DB-111FC8284788}" type="sibTrans" cxnId="{2343FE5E-D84E-4CCA-A6B0-1D84822A5BC0}">
      <dgm:prSet/>
      <dgm:spPr/>
      <dgm:t>
        <a:bodyPr/>
        <a:lstStyle/>
        <a:p>
          <a:endParaRPr lang="ru-RU"/>
        </a:p>
      </dgm:t>
    </dgm:pt>
    <dgm:pt modelId="{EC304813-385B-4F64-9899-07604BA8442C}">
      <dgm:prSet/>
      <dgm:spPr/>
      <dgm:t>
        <a:bodyPr/>
        <a:lstStyle/>
        <a:p>
          <a:r>
            <a:rPr lang="ru-RU" dirty="0" smtClean="0"/>
            <a:t>Субъект</a:t>
          </a:r>
          <a:endParaRPr lang="ru-RU" dirty="0"/>
        </a:p>
      </dgm:t>
    </dgm:pt>
    <dgm:pt modelId="{1116D8F9-D447-4957-B954-7432C0699CE6}" type="parTrans" cxnId="{CF63107A-9260-4521-AFD9-6B529476E584}">
      <dgm:prSet/>
      <dgm:spPr/>
      <dgm:t>
        <a:bodyPr/>
        <a:lstStyle/>
        <a:p>
          <a:endParaRPr lang="ru-RU"/>
        </a:p>
      </dgm:t>
    </dgm:pt>
    <dgm:pt modelId="{0124E674-B185-4C3E-9BF9-9FD45470E371}" type="sibTrans" cxnId="{CF63107A-9260-4521-AFD9-6B529476E584}">
      <dgm:prSet/>
      <dgm:spPr/>
      <dgm:t>
        <a:bodyPr/>
        <a:lstStyle/>
        <a:p>
          <a:endParaRPr lang="ru-RU"/>
        </a:p>
      </dgm:t>
    </dgm:pt>
    <dgm:pt modelId="{EC0FB297-0FF2-4859-A7BF-E11836B8C909}">
      <dgm:prSet/>
      <dgm:spPr/>
      <dgm:t>
        <a:bodyPr/>
        <a:lstStyle/>
        <a:p>
          <a:r>
            <a:rPr lang="ru-RU" dirty="0" smtClean="0"/>
            <a:t>Квартал</a:t>
          </a:r>
          <a:endParaRPr lang="ru-RU" dirty="0"/>
        </a:p>
      </dgm:t>
    </dgm:pt>
    <dgm:pt modelId="{E599DADD-81DB-4837-94A8-9499BF7F2EC8}" type="parTrans" cxnId="{C1BADD0C-2967-46C5-8FFE-40DF683DBE24}">
      <dgm:prSet/>
      <dgm:spPr/>
      <dgm:t>
        <a:bodyPr/>
        <a:lstStyle/>
        <a:p>
          <a:endParaRPr lang="ru-RU"/>
        </a:p>
      </dgm:t>
    </dgm:pt>
    <dgm:pt modelId="{0C2C1D87-6A65-4D92-873A-D533ADDF0C72}" type="sibTrans" cxnId="{C1BADD0C-2967-46C5-8FFE-40DF683DBE24}">
      <dgm:prSet/>
      <dgm:spPr/>
      <dgm:t>
        <a:bodyPr/>
        <a:lstStyle/>
        <a:p>
          <a:endParaRPr lang="ru-RU"/>
        </a:p>
      </dgm:t>
    </dgm:pt>
    <dgm:pt modelId="{9D755A82-9A3C-4B90-A39D-ADBC481988E2}">
      <dgm:prSet/>
      <dgm:spPr/>
      <dgm:t>
        <a:bodyPr/>
        <a:lstStyle/>
        <a:p>
          <a:r>
            <a:rPr lang="ru-RU" dirty="0" smtClean="0"/>
            <a:t>Месяц</a:t>
          </a:r>
          <a:endParaRPr lang="ru-RU" dirty="0"/>
        </a:p>
      </dgm:t>
    </dgm:pt>
    <dgm:pt modelId="{512714A2-FD28-4B73-80B7-7157981926F0}" type="parTrans" cxnId="{2CD4EA77-E04C-4468-8AD9-464ED1600569}">
      <dgm:prSet/>
      <dgm:spPr/>
      <dgm:t>
        <a:bodyPr/>
        <a:lstStyle/>
        <a:p>
          <a:endParaRPr lang="ru-RU"/>
        </a:p>
      </dgm:t>
    </dgm:pt>
    <dgm:pt modelId="{11BE6301-F051-4E1E-98BA-4B927D6203CC}" type="sibTrans" cxnId="{2CD4EA77-E04C-4468-8AD9-464ED1600569}">
      <dgm:prSet/>
      <dgm:spPr/>
      <dgm:t>
        <a:bodyPr/>
        <a:lstStyle/>
        <a:p>
          <a:endParaRPr lang="ru-RU"/>
        </a:p>
      </dgm:t>
    </dgm:pt>
    <dgm:pt modelId="{68DDDCE7-06EE-4D88-8B5B-3E010468A248}">
      <dgm:prSet/>
      <dgm:spPr/>
      <dgm:t>
        <a:bodyPr/>
        <a:lstStyle/>
        <a:p>
          <a:r>
            <a:rPr lang="ru-RU" dirty="0" smtClean="0"/>
            <a:t>Произвольный период</a:t>
          </a:r>
          <a:endParaRPr lang="ru-RU" dirty="0"/>
        </a:p>
      </dgm:t>
    </dgm:pt>
    <dgm:pt modelId="{529E5EB7-9571-4962-8BF7-E4AAD9417635}" type="parTrans" cxnId="{8E2F7100-689A-4DF8-BF6F-037785BB78D7}">
      <dgm:prSet/>
      <dgm:spPr/>
      <dgm:t>
        <a:bodyPr/>
        <a:lstStyle/>
        <a:p>
          <a:endParaRPr lang="ru-RU"/>
        </a:p>
      </dgm:t>
    </dgm:pt>
    <dgm:pt modelId="{36053F42-CA5E-4250-B232-1AFD8BBC78E8}" type="sibTrans" cxnId="{8E2F7100-689A-4DF8-BF6F-037785BB78D7}">
      <dgm:prSet/>
      <dgm:spPr/>
      <dgm:t>
        <a:bodyPr/>
        <a:lstStyle/>
        <a:p>
          <a:endParaRPr lang="ru-RU"/>
        </a:p>
      </dgm:t>
    </dgm:pt>
    <dgm:pt modelId="{CAC9066E-42F9-4517-9200-69B30A713647}" type="pres">
      <dgm:prSet presAssocID="{9CB92677-7292-4132-B519-3DDCDD4FFE8C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ru-RU"/>
        </a:p>
      </dgm:t>
    </dgm:pt>
    <dgm:pt modelId="{6ACD2AE9-AA3D-46E5-A461-6297F63BF1DA}" type="pres">
      <dgm:prSet presAssocID="{EDBCDD41-6174-4B7F-B28B-ABB65CBE00A7}" presName="root" presStyleCnt="0"/>
      <dgm:spPr/>
      <dgm:t>
        <a:bodyPr/>
        <a:lstStyle/>
        <a:p>
          <a:endParaRPr lang="ru-RU"/>
        </a:p>
      </dgm:t>
    </dgm:pt>
    <dgm:pt modelId="{D6CA784F-4578-47BB-B5CE-C6559E328107}" type="pres">
      <dgm:prSet presAssocID="{EDBCDD41-6174-4B7F-B28B-ABB65CBE00A7}" presName="rootComposite" presStyleCnt="0"/>
      <dgm:spPr/>
      <dgm:t>
        <a:bodyPr/>
        <a:lstStyle/>
        <a:p>
          <a:endParaRPr lang="ru-RU"/>
        </a:p>
      </dgm:t>
    </dgm:pt>
    <dgm:pt modelId="{04376E9E-3DD7-4DA9-9201-CF5674D1FFBB}" type="pres">
      <dgm:prSet presAssocID="{EDBCDD41-6174-4B7F-B28B-ABB65CBE00A7}" presName="rootText" presStyleLbl="node1" presStyleIdx="0" presStyleCnt="2"/>
      <dgm:spPr/>
      <dgm:t>
        <a:bodyPr/>
        <a:lstStyle/>
        <a:p>
          <a:endParaRPr lang="ru-RU"/>
        </a:p>
      </dgm:t>
    </dgm:pt>
    <dgm:pt modelId="{51C9B648-92E3-4EF2-8BAC-5071D8F36F72}" type="pres">
      <dgm:prSet presAssocID="{EDBCDD41-6174-4B7F-B28B-ABB65CBE00A7}" presName="rootConnector" presStyleLbl="node1" presStyleIdx="0" presStyleCnt="2"/>
      <dgm:spPr/>
      <dgm:t>
        <a:bodyPr/>
        <a:lstStyle/>
        <a:p>
          <a:endParaRPr lang="ru-RU"/>
        </a:p>
      </dgm:t>
    </dgm:pt>
    <dgm:pt modelId="{3A2075A4-71FB-4BBC-B8D8-56668D10BC2E}" type="pres">
      <dgm:prSet presAssocID="{EDBCDD41-6174-4B7F-B28B-ABB65CBE00A7}" presName="childShape" presStyleCnt="0"/>
      <dgm:spPr/>
      <dgm:t>
        <a:bodyPr/>
        <a:lstStyle/>
        <a:p>
          <a:endParaRPr lang="ru-RU"/>
        </a:p>
      </dgm:t>
    </dgm:pt>
    <dgm:pt modelId="{F39C7C04-847C-40A8-A475-98BB239ADA3A}" type="pres">
      <dgm:prSet presAssocID="{7756233A-F34F-430A-ADBF-46885DF6A465}" presName="Name13" presStyleLbl="parChTrans1D2" presStyleIdx="0" presStyleCnt="8"/>
      <dgm:spPr/>
      <dgm:t>
        <a:bodyPr/>
        <a:lstStyle/>
        <a:p>
          <a:endParaRPr lang="ru-RU"/>
        </a:p>
      </dgm:t>
    </dgm:pt>
    <dgm:pt modelId="{28596210-3237-4A84-BBA2-C8EAD7EF3BB9}" type="pres">
      <dgm:prSet presAssocID="{C256863C-9653-4867-AC93-ABA7E31EC09B}" presName="childText" presStyleLbl="bgAcc1" presStyleIdx="0" presStyleCnt="8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933D6A1-1E16-42A9-A672-FB6A3F1EA947}" type="pres">
      <dgm:prSet presAssocID="{AA92A51C-7597-4605-9010-DEB8EF422E8F}" presName="Name13" presStyleLbl="parChTrans1D2" presStyleIdx="1" presStyleCnt="8"/>
      <dgm:spPr/>
      <dgm:t>
        <a:bodyPr/>
        <a:lstStyle/>
        <a:p>
          <a:endParaRPr lang="ru-RU"/>
        </a:p>
      </dgm:t>
    </dgm:pt>
    <dgm:pt modelId="{0067F051-4D5B-4F0A-A1CD-DA7926D33A2E}" type="pres">
      <dgm:prSet presAssocID="{4E1ACDD0-F007-4037-8B36-67759355258B}" presName="childText" presStyleLbl="bgAcc1" presStyleIdx="1" presStyleCnt="8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4CAE1F1-8F9A-4569-A070-9B4AC9FA53C7}" type="pres">
      <dgm:prSet presAssocID="{1116D8F9-D447-4957-B954-7432C0699CE6}" presName="Name13" presStyleLbl="parChTrans1D2" presStyleIdx="2" presStyleCnt="8"/>
      <dgm:spPr/>
      <dgm:t>
        <a:bodyPr/>
        <a:lstStyle/>
        <a:p>
          <a:endParaRPr lang="ru-RU"/>
        </a:p>
      </dgm:t>
    </dgm:pt>
    <dgm:pt modelId="{04EC00C5-2467-4935-BE5D-6473C6F0AB6C}" type="pres">
      <dgm:prSet presAssocID="{EC304813-385B-4F64-9899-07604BA8442C}" presName="childText" presStyleLbl="bgAcc1" presStyleIdx="2" presStyleCnt="8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325FC1E-394B-44F1-8962-04D2AB604B40}" type="pres">
      <dgm:prSet presAssocID="{3708921B-7042-4178-95FF-BDEB78F6C5B2}" presName="root" presStyleCnt="0"/>
      <dgm:spPr/>
      <dgm:t>
        <a:bodyPr/>
        <a:lstStyle/>
        <a:p>
          <a:endParaRPr lang="ru-RU"/>
        </a:p>
      </dgm:t>
    </dgm:pt>
    <dgm:pt modelId="{AF3EAB7D-3666-4834-B7CE-DADAFD4B31D8}" type="pres">
      <dgm:prSet presAssocID="{3708921B-7042-4178-95FF-BDEB78F6C5B2}" presName="rootComposite" presStyleCnt="0"/>
      <dgm:spPr/>
      <dgm:t>
        <a:bodyPr/>
        <a:lstStyle/>
        <a:p>
          <a:endParaRPr lang="ru-RU"/>
        </a:p>
      </dgm:t>
    </dgm:pt>
    <dgm:pt modelId="{27A0D94F-C62A-4D3D-944A-F7B5815D67FD}" type="pres">
      <dgm:prSet presAssocID="{3708921B-7042-4178-95FF-BDEB78F6C5B2}" presName="rootText" presStyleLbl="node1" presStyleIdx="1" presStyleCnt="2"/>
      <dgm:spPr/>
      <dgm:t>
        <a:bodyPr/>
        <a:lstStyle/>
        <a:p>
          <a:endParaRPr lang="ru-RU"/>
        </a:p>
      </dgm:t>
    </dgm:pt>
    <dgm:pt modelId="{ECAA2CB0-D12D-4D68-88C2-4826FF34E7FD}" type="pres">
      <dgm:prSet presAssocID="{3708921B-7042-4178-95FF-BDEB78F6C5B2}" presName="rootConnector" presStyleLbl="node1" presStyleIdx="1" presStyleCnt="2"/>
      <dgm:spPr/>
      <dgm:t>
        <a:bodyPr/>
        <a:lstStyle/>
        <a:p>
          <a:endParaRPr lang="ru-RU"/>
        </a:p>
      </dgm:t>
    </dgm:pt>
    <dgm:pt modelId="{47590BC2-74ED-41F4-A2F1-38B4A4B3D7BB}" type="pres">
      <dgm:prSet presAssocID="{3708921B-7042-4178-95FF-BDEB78F6C5B2}" presName="childShape" presStyleCnt="0"/>
      <dgm:spPr/>
      <dgm:t>
        <a:bodyPr/>
        <a:lstStyle/>
        <a:p>
          <a:endParaRPr lang="ru-RU"/>
        </a:p>
      </dgm:t>
    </dgm:pt>
    <dgm:pt modelId="{B2010977-D9FB-48F6-95F6-0C9C56419D09}" type="pres">
      <dgm:prSet presAssocID="{CEFAD5AB-F01F-4C84-BC16-76B82150EC39}" presName="Name13" presStyleLbl="parChTrans1D2" presStyleIdx="3" presStyleCnt="8"/>
      <dgm:spPr/>
      <dgm:t>
        <a:bodyPr/>
        <a:lstStyle/>
        <a:p>
          <a:endParaRPr lang="ru-RU"/>
        </a:p>
      </dgm:t>
    </dgm:pt>
    <dgm:pt modelId="{9AC97A8B-6446-40C4-A73F-4A7B17937246}" type="pres">
      <dgm:prSet presAssocID="{269E71F8-9550-4E5A-8F03-4F018870660D}" presName="childText" presStyleLbl="bgAcc1" presStyleIdx="3" presStyleCnt="8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456115C-AB00-47F9-AE13-476DE98092C9}" type="pres">
      <dgm:prSet presAssocID="{C81CAC7D-D4A5-47BB-BB12-139A65BA7FEA}" presName="Name13" presStyleLbl="parChTrans1D2" presStyleIdx="4" presStyleCnt="8"/>
      <dgm:spPr/>
      <dgm:t>
        <a:bodyPr/>
        <a:lstStyle/>
        <a:p>
          <a:endParaRPr lang="ru-RU"/>
        </a:p>
      </dgm:t>
    </dgm:pt>
    <dgm:pt modelId="{0E213E40-C0FA-4E91-A8E4-5B94A002F7F9}" type="pres">
      <dgm:prSet presAssocID="{56D07919-2D83-4185-B1D8-CBA8CA1CC793}" presName="childText" presStyleLbl="bgAcc1" presStyleIdx="4" presStyleCnt="8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9A1C29C-7FBE-47B4-974A-D797324518B6}" type="pres">
      <dgm:prSet presAssocID="{E599DADD-81DB-4837-94A8-9499BF7F2EC8}" presName="Name13" presStyleLbl="parChTrans1D2" presStyleIdx="5" presStyleCnt="8"/>
      <dgm:spPr/>
      <dgm:t>
        <a:bodyPr/>
        <a:lstStyle/>
        <a:p>
          <a:endParaRPr lang="ru-RU"/>
        </a:p>
      </dgm:t>
    </dgm:pt>
    <dgm:pt modelId="{3FB02C10-E220-4078-BE22-CE6FA1D3A3C9}" type="pres">
      <dgm:prSet presAssocID="{EC0FB297-0FF2-4859-A7BF-E11836B8C909}" presName="childText" presStyleLbl="bgAcc1" presStyleIdx="5" presStyleCnt="8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FAB092B-41A1-4F1C-A318-014E052A9517}" type="pres">
      <dgm:prSet presAssocID="{512714A2-FD28-4B73-80B7-7157981926F0}" presName="Name13" presStyleLbl="parChTrans1D2" presStyleIdx="6" presStyleCnt="8"/>
      <dgm:spPr/>
      <dgm:t>
        <a:bodyPr/>
        <a:lstStyle/>
        <a:p>
          <a:endParaRPr lang="ru-RU"/>
        </a:p>
      </dgm:t>
    </dgm:pt>
    <dgm:pt modelId="{BE77B8D1-A324-4814-AC0A-35C20413B411}" type="pres">
      <dgm:prSet presAssocID="{9D755A82-9A3C-4B90-A39D-ADBC481988E2}" presName="childText" presStyleLbl="bgAcc1" presStyleIdx="6" presStyleCnt="8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8A2E547-2FEB-4336-9855-735B551DBB80}" type="pres">
      <dgm:prSet presAssocID="{529E5EB7-9571-4962-8BF7-E4AAD9417635}" presName="Name13" presStyleLbl="parChTrans1D2" presStyleIdx="7" presStyleCnt="8"/>
      <dgm:spPr/>
      <dgm:t>
        <a:bodyPr/>
        <a:lstStyle/>
        <a:p>
          <a:endParaRPr lang="ru-RU"/>
        </a:p>
      </dgm:t>
    </dgm:pt>
    <dgm:pt modelId="{5D987345-CBCB-46C9-8476-92BD341BA61C}" type="pres">
      <dgm:prSet presAssocID="{68DDDCE7-06EE-4D88-8B5B-3E010468A248}" presName="childText" presStyleLbl="bgAcc1" presStyleIdx="7" presStyleCnt="8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FFC54080-017B-402C-B048-7768573057A6}" type="presOf" srcId="{EC0FB297-0FF2-4859-A7BF-E11836B8C909}" destId="{3FB02C10-E220-4078-BE22-CE6FA1D3A3C9}" srcOrd="0" destOrd="0" presId="urn:microsoft.com/office/officeart/2005/8/layout/hierarchy3"/>
    <dgm:cxn modelId="{C1BADD0C-2967-46C5-8FFE-40DF683DBE24}" srcId="{3708921B-7042-4178-95FF-BDEB78F6C5B2}" destId="{EC0FB297-0FF2-4859-A7BF-E11836B8C909}" srcOrd="2" destOrd="0" parTransId="{E599DADD-81DB-4837-94A8-9499BF7F2EC8}" sibTransId="{0C2C1D87-6A65-4D92-873A-D533ADDF0C72}"/>
    <dgm:cxn modelId="{5A131295-412A-4576-BA65-F7DE2EB544DE}" srcId="{EDBCDD41-6174-4B7F-B28B-ABB65CBE00A7}" destId="{4E1ACDD0-F007-4037-8B36-67759355258B}" srcOrd="1" destOrd="0" parTransId="{AA92A51C-7597-4605-9010-DEB8EF422E8F}" sibTransId="{FB3D4362-D302-4C8C-BF00-831E268B362D}"/>
    <dgm:cxn modelId="{CF63107A-9260-4521-AFD9-6B529476E584}" srcId="{EDBCDD41-6174-4B7F-B28B-ABB65CBE00A7}" destId="{EC304813-385B-4F64-9899-07604BA8442C}" srcOrd="2" destOrd="0" parTransId="{1116D8F9-D447-4957-B954-7432C0699CE6}" sibTransId="{0124E674-B185-4C3E-9BF9-9FD45470E371}"/>
    <dgm:cxn modelId="{0D654252-FF17-43EA-B719-D8B35922CD74}" type="presOf" srcId="{EC304813-385B-4F64-9899-07604BA8442C}" destId="{04EC00C5-2467-4935-BE5D-6473C6F0AB6C}" srcOrd="0" destOrd="0" presId="urn:microsoft.com/office/officeart/2005/8/layout/hierarchy3"/>
    <dgm:cxn modelId="{5FE27DFC-EF05-45EF-A65A-ACF15947B8C6}" srcId="{3708921B-7042-4178-95FF-BDEB78F6C5B2}" destId="{269E71F8-9550-4E5A-8F03-4F018870660D}" srcOrd="0" destOrd="0" parTransId="{CEFAD5AB-F01F-4C84-BC16-76B82150EC39}" sibTransId="{C6E1B858-F9EC-4D54-8F1D-37272020E3A9}"/>
    <dgm:cxn modelId="{2AC4FD0D-B34D-4652-81F4-C3BDB521ECA8}" type="presOf" srcId="{CEFAD5AB-F01F-4C84-BC16-76B82150EC39}" destId="{B2010977-D9FB-48F6-95F6-0C9C56419D09}" srcOrd="0" destOrd="0" presId="urn:microsoft.com/office/officeart/2005/8/layout/hierarchy3"/>
    <dgm:cxn modelId="{89FDED6E-B9F9-442D-811C-3B9C7F06036E}" type="presOf" srcId="{AA92A51C-7597-4605-9010-DEB8EF422E8F}" destId="{9933D6A1-1E16-42A9-A672-FB6A3F1EA947}" srcOrd="0" destOrd="0" presId="urn:microsoft.com/office/officeart/2005/8/layout/hierarchy3"/>
    <dgm:cxn modelId="{2343FE5E-D84E-4CCA-A6B0-1D84822A5BC0}" srcId="{3708921B-7042-4178-95FF-BDEB78F6C5B2}" destId="{56D07919-2D83-4185-B1D8-CBA8CA1CC793}" srcOrd="1" destOrd="0" parTransId="{C81CAC7D-D4A5-47BB-BB12-139A65BA7FEA}" sibTransId="{50447E5D-9C93-4075-91DB-111FC8284788}"/>
    <dgm:cxn modelId="{0E7ABCF5-0953-4F5F-8726-764F9A4EBD4B}" type="presOf" srcId="{1116D8F9-D447-4957-B954-7432C0699CE6}" destId="{D4CAE1F1-8F9A-4569-A070-9B4AC9FA53C7}" srcOrd="0" destOrd="0" presId="urn:microsoft.com/office/officeart/2005/8/layout/hierarchy3"/>
    <dgm:cxn modelId="{7E92C50C-6FB2-474B-AD47-D4268D40E63B}" srcId="{9CB92677-7292-4132-B519-3DDCDD4FFE8C}" destId="{3708921B-7042-4178-95FF-BDEB78F6C5B2}" srcOrd="1" destOrd="0" parTransId="{5BA820FE-A704-4100-82B3-AD28F6990A13}" sibTransId="{D11D858F-BDD1-42B6-9530-915C22739EE3}"/>
    <dgm:cxn modelId="{D8D96BB6-D01E-401B-8615-433DC5CEC556}" srcId="{EDBCDD41-6174-4B7F-B28B-ABB65CBE00A7}" destId="{C256863C-9653-4867-AC93-ABA7E31EC09B}" srcOrd="0" destOrd="0" parTransId="{7756233A-F34F-430A-ADBF-46885DF6A465}" sibTransId="{A882C8B8-149F-4818-A18F-C388A87A2DD4}"/>
    <dgm:cxn modelId="{76E2096D-B76E-4707-8E73-68666E58284D}" type="presOf" srcId="{7756233A-F34F-430A-ADBF-46885DF6A465}" destId="{F39C7C04-847C-40A8-A475-98BB239ADA3A}" srcOrd="0" destOrd="0" presId="urn:microsoft.com/office/officeart/2005/8/layout/hierarchy3"/>
    <dgm:cxn modelId="{492DE21A-A9BE-404C-AF1E-3D11A2885E7E}" type="presOf" srcId="{529E5EB7-9571-4962-8BF7-E4AAD9417635}" destId="{D8A2E547-2FEB-4336-9855-735B551DBB80}" srcOrd="0" destOrd="0" presId="urn:microsoft.com/office/officeart/2005/8/layout/hierarchy3"/>
    <dgm:cxn modelId="{DA20328E-8D90-4A2A-9957-010760C196DC}" type="presOf" srcId="{512714A2-FD28-4B73-80B7-7157981926F0}" destId="{0FAB092B-41A1-4F1C-A318-014E052A9517}" srcOrd="0" destOrd="0" presId="urn:microsoft.com/office/officeart/2005/8/layout/hierarchy3"/>
    <dgm:cxn modelId="{C38A9E1F-E352-43E6-ADAC-6BC259750A00}" type="presOf" srcId="{9CB92677-7292-4132-B519-3DDCDD4FFE8C}" destId="{CAC9066E-42F9-4517-9200-69B30A713647}" srcOrd="0" destOrd="0" presId="urn:microsoft.com/office/officeart/2005/8/layout/hierarchy3"/>
    <dgm:cxn modelId="{97C0DB10-98F2-465B-ACC3-518BC45F8C7E}" type="presOf" srcId="{4E1ACDD0-F007-4037-8B36-67759355258B}" destId="{0067F051-4D5B-4F0A-A1CD-DA7926D33A2E}" srcOrd="0" destOrd="0" presId="urn:microsoft.com/office/officeart/2005/8/layout/hierarchy3"/>
    <dgm:cxn modelId="{63E66B66-1512-419C-AE36-1AB359C53556}" type="presOf" srcId="{E599DADD-81DB-4837-94A8-9499BF7F2EC8}" destId="{79A1C29C-7FBE-47B4-974A-D797324518B6}" srcOrd="0" destOrd="0" presId="urn:microsoft.com/office/officeart/2005/8/layout/hierarchy3"/>
    <dgm:cxn modelId="{F2E633AC-FFB1-4B1A-8011-F71F99830AF0}" type="presOf" srcId="{EDBCDD41-6174-4B7F-B28B-ABB65CBE00A7}" destId="{04376E9E-3DD7-4DA9-9201-CF5674D1FFBB}" srcOrd="0" destOrd="0" presId="urn:microsoft.com/office/officeart/2005/8/layout/hierarchy3"/>
    <dgm:cxn modelId="{669F063C-9862-418D-B8A7-50D422E09080}" type="presOf" srcId="{56D07919-2D83-4185-B1D8-CBA8CA1CC793}" destId="{0E213E40-C0FA-4E91-A8E4-5B94A002F7F9}" srcOrd="0" destOrd="0" presId="urn:microsoft.com/office/officeart/2005/8/layout/hierarchy3"/>
    <dgm:cxn modelId="{8B4FF11D-B75D-40EF-AA4F-F4F6AB383100}" srcId="{9CB92677-7292-4132-B519-3DDCDD4FFE8C}" destId="{EDBCDD41-6174-4B7F-B28B-ABB65CBE00A7}" srcOrd="0" destOrd="0" parTransId="{8F429FB4-110B-4C1D-8863-897C75A0AA86}" sibTransId="{D4E7C3AA-3BA7-4020-84F2-7DC4248CEA6C}"/>
    <dgm:cxn modelId="{D720861E-DED3-4485-85CF-8775349D0068}" type="presOf" srcId="{269E71F8-9550-4E5A-8F03-4F018870660D}" destId="{9AC97A8B-6446-40C4-A73F-4A7B17937246}" srcOrd="0" destOrd="0" presId="urn:microsoft.com/office/officeart/2005/8/layout/hierarchy3"/>
    <dgm:cxn modelId="{476C5CD3-03DE-48C6-A715-0D436ED8DF4B}" type="presOf" srcId="{3708921B-7042-4178-95FF-BDEB78F6C5B2}" destId="{27A0D94F-C62A-4D3D-944A-F7B5815D67FD}" srcOrd="0" destOrd="0" presId="urn:microsoft.com/office/officeart/2005/8/layout/hierarchy3"/>
    <dgm:cxn modelId="{2CD4EA77-E04C-4468-8AD9-464ED1600569}" srcId="{3708921B-7042-4178-95FF-BDEB78F6C5B2}" destId="{9D755A82-9A3C-4B90-A39D-ADBC481988E2}" srcOrd="3" destOrd="0" parTransId="{512714A2-FD28-4B73-80B7-7157981926F0}" sibTransId="{11BE6301-F051-4E1E-98BA-4B927D6203CC}"/>
    <dgm:cxn modelId="{E5C01B75-3093-4FC3-B4CE-C4A6358621B3}" type="presOf" srcId="{68DDDCE7-06EE-4D88-8B5B-3E010468A248}" destId="{5D987345-CBCB-46C9-8476-92BD341BA61C}" srcOrd="0" destOrd="0" presId="urn:microsoft.com/office/officeart/2005/8/layout/hierarchy3"/>
    <dgm:cxn modelId="{46FC90ED-0F84-42A2-913A-3B257F45545E}" type="presOf" srcId="{C256863C-9653-4867-AC93-ABA7E31EC09B}" destId="{28596210-3237-4A84-BBA2-C8EAD7EF3BB9}" srcOrd="0" destOrd="0" presId="urn:microsoft.com/office/officeart/2005/8/layout/hierarchy3"/>
    <dgm:cxn modelId="{6D0B39A8-23D3-4B53-B93A-D2569C9B3E00}" type="presOf" srcId="{C81CAC7D-D4A5-47BB-BB12-139A65BA7FEA}" destId="{8456115C-AB00-47F9-AE13-476DE98092C9}" srcOrd="0" destOrd="0" presId="urn:microsoft.com/office/officeart/2005/8/layout/hierarchy3"/>
    <dgm:cxn modelId="{8E2F7100-689A-4DF8-BF6F-037785BB78D7}" srcId="{3708921B-7042-4178-95FF-BDEB78F6C5B2}" destId="{68DDDCE7-06EE-4D88-8B5B-3E010468A248}" srcOrd="4" destOrd="0" parTransId="{529E5EB7-9571-4962-8BF7-E4AAD9417635}" sibTransId="{36053F42-CA5E-4250-B232-1AFD8BBC78E8}"/>
    <dgm:cxn modelId="{9966F99A-3F71-47D6-9CCF-2AE6517A35C9}" type="presOf" srcId="{EDBCDD41-6174-4B7F-B28B-ABB65CBE00A7}" destId="{51C9B648-92E3-4EF2-8BAC-5071D8F36F72}" srcOrd="1" destOrd="0" presId="urn:microsoft.com/office/officeart/2005/8/layout/hierarchy3"/>
    <dgm:cxn modelId="{0EB66CD7-16BA-4FD9-9DC2-59AD329A9E27}" type="presOf" srcId="{3708921B-7042-4178-95FF-BDEB78F6C5B2}" destId="{ECAA2CB0-D12D-4D68-88C2-4826FF34E7FD}" srcOrd="1" destOrd="0" presId="urn:microsoft.com/office/officeart/2005/8/layout/hierarchy3"/>
    <dgm:cxn modelId="{54A581DF-DCB6-447A-9B0A-64EAD60EFCA4}" type="presOf" srcId="{9D755A82-9A3C-4B90-A39D-ADBC481988E2}" destId="{BE77B8D1-A324-4814-AC0A-35C20413B411}" srcOrd="0" destOrd="0" presId="urn:microsoft.com/office/officeart/2005/8/layout/hierarchy3"/>
    <dgm:cxn modelId="{7893C6EA-72BF-47BF-8117-11595A01D105}" type="presParOf" srcId="{CAC9066E-42F9-4517-9200-69B30A713647}" destId="{6ACD2AE9-AA3D-46E5-A461-6297F63BF1DA}" srcOrd="0" destOrd="0" presId="urn:microsoft.com/office/officeart/2005/8/layout/hierarchy3"/>
    <dgm:cxn modelId="{06DAB369-52EB-4A79-8F1C-F76B77CD9DD4}" type="presParOf" srcId="{6ACD2AE9-AA3D-46E5-A461-6297F63BF1DA}" destId="{D6CA784F-4578-47BB-B5CE-C6559E328107}" srcOrd="0" destOrd="0" presId="urn:microsoft.com/office/officeart/2005/8/layout/hierarchy3"/>
    <dgm:cxn modelId="{52D12867-8A21-44FB-AB29-7774F1658A3C}" type="presParOf" srcId="{D6CA784F-4578-47BB-B5CE-C6559E328107}" destId="{04376E9E-3DD7-4DA9-9201-CF5674D1FFBB}" srcOrd="0" destOrd="0" presId="urn:microsoft.com/office/officeart/2005/8/layout/hierarchy3"/>
    <dgm:cxn modelId="{4A46D65B-DA95-4681-BBC8-BAB5DAED70E5}" type="presParOf" srcId="{D6CA784F-4578-47BB-B5CE-C6559E328107}" destId="{51C9B648-92E3-4EF2-8BAC-5071D8F36F72}" srcOrd="1" destOrd="0" presId="urn:microsoft.com/office/officeart/2005/8/layout/hierarchy3"/>
    <dgm:cxn modelId="{40A3D98B-58A3-496F-8B26-0DCFAF33CE64}" type="presParOf" srcId="{6ACD2AE9-AA3D-46E5-A461-6297F63BF1DA}" destId="{3A2075A4-71FB-4BBC-B8D8-56668D10BC2E}" srcOrd="1" destOrd="0" presId="urn:microsoft.com/office/officeart/2005/8/layout/hierarchy3"/>
    <dgm:cxn modelId="{34C1B246-23B1-458D-9E15-97922B84BD57}" type="presParOf" srcId="{3A2075A4-71FB-4BBC-B8D8-56668D10BC2E}" destId="{F39C7C04-847C-40A8-A475-98BB239ADA3A}" srcOrd="0" destOrd="0" presId="urn:microsoft.com/office/officeart/2005/8/layout/hierarchy3"/>
    <dgm:cxn modelId="{463D9C46-803A-4CB8-BD85-079E6B678837}" type="presParOf" srcId="{3A2075A4-71FB-4BBC-B8D8-56668D10BC2E}" destId="{28596210-3237-4A84-BBA2-C8EAD7EF3BB9}" srcOrd="1" destOrd="0" presId="urn:microsoft.com/office/officeart/2005/8/layout/hierarchy3"/>
    <dgm:cxn modelId="{B537AEDB-0431-4F1D-9C63-F47AE5449152}" type="presParOf" srcId="{3A2075A4-71FB-4BBC-B8D8-56668D10BC2E}" destId="{9933D6A1-1E16-42A9-A672-FB6A3F1EA947}" srcOrd="2" destOrd="0" presId="urn:microsoft.com/office/officeart/2005/8/layout/hierarchy3"/>
    <dgm:cxn modelId="{7A9B7C60-18DA-4631-A0B1-1EC919D5D550}" type="presParOf" srcId="{3A2075A4-71FB-4BBC-B8D8-56668D10BC2E}" destId="{0067F051-4D5B-4F0A-A1CD-DA7926D33A2E}" srcOrd="3" destOrd="0" presId="urn:microsoft.com/office/officeart/2005/8/layout/hierarchy3"/>
    <dgm:cxn modelId="{82970C08-E20F-4BCD-A636-E2DF895E6D18}" type="presParOf" srcId="{3A2075A4-71FB-4BBC-B8D8-56668D10BC2E}" destId="{D4CAE1F1-8F9A-4569-A070-9B4AC9FA53C7}" srcOrd="4" destOrd="0" presId="urn:microsoft.com/office/officeart/2005/8/layout/hierarchy3"/>
    <dgm:cxn modelId="{98F0C56E-D00D-4F82-90A3-B7C6A0AED8EF}" type="presParOf" srcId="{3A2075A4-71FB-4BBC-B8D8-56668D10BC2E}" destId="{04EC00C5-2467-4935-BE5D-6473C6F0AB6C}" srcOrd="5" destOrd="0" presId="urn:microsoft.com/office/officeart/2005/8/layout/hierarchy3"/>
    <dgm:cxn modelId="{CD618784-2852-4A86-BE45-D409D71D3A20}" type="presParOf" srcId="{CAC9066E-42F9-4517-9200-69B30A713647}" destId="{D325FC1E-394B-44F1-8962-04D2AB604B40}" srcOrd="1" destOrd="0" presId="urn:microsoft.com/office/officeart/2005/8/layout/hierarchy3"/>
    <dgm:cxn modelId="{CD27F5D1-B75D-41E3-8BF9-6120F80AAFD2}" type="presParOf" srcId="{D325FC1E-394B-44F1-8962-04D2AB604B40}" destId="{AF3EAB7D-3666-4834-B7CE-DADAFD4B31D8}" srcOrd="0" destOrd="0" presId="urn:microsoft.com/office/officeart/2005/8/layout/hierarchy3"/>
    <dgm:cxn modelId="{E56E9387-DE11-4447-B120-F1166F732AF0}" type="presParOf" srcId="{AF3EAB7D-3666-4834-B7CE-DADAFD4B31D8}" destId="{27A0D94F-C62A-4D3D-944A-F7B5815D67FD}" srcOrd="0" destOrd="0" presId="urn:microsoft.com/office/officeart/2005/8/layout/hierarchy3"/>
    <dgm:cxn modelId="{1F63EB9D-050A-489B-935C-1E2397579E31}" type="presParOf" srcId="{AF3EAB7D-3666-4834-B7CE-DADAFD4B31D8}" destId="{ECAA2CB0-D12D-4D68-88C2-4826FF34E7FD}" srcOrd="1" destOrd="0" presId="urn:microsoft.com/office/officeart/2005/8/layout/hierarchy3"/>
    <dgm:cxn modelId="{E4500E11-1338-4729-B734-303B1936E281}" type="presParOf" srcId="{D325FC1E-394B-44F1-8962-04D2AB604B40}" destId="{47590BC2-74ED-41F4-A2F1-38B4A4B3D7BB}" srcOrd="1" destOrd="0" presId="urn:microsoft.com/office/officeart/2005/8/layout/hierarchy3"/>
    <dgm:cxn modelId="{DFA56BAE-B9EF-4506-92D2-507334690423}" type="presParOf" srcId="{47590BC2-74ED-41F4-A2F1-38B4A4B3D7BB}" destId="{B2010977-D9FB-48F6-95F6-0C9C56419D09}" srcOrd="0" destOrd="0" presId="urn:microsoft.com/office/officeart/2005/8/layout/hierarchy3"/>
    <dgm:cxn modelId="{03D90FB2-C790-4F3E-B317-9E5A422A3B57}" type="presParOf" srcId="{47590BC2-74ED-41F4-A2F1-38B4A4B3D7BB}" destId="{9AC97A8B-6446-40C4-A73F-4A7B17937246}" srcOrd="1" destOrd="0" presId="urn:microsoft.com/office/officeart/2005/8/layout/hierarchy3"/>
    <dgm:cxn modelId="{F44A3560-249B-49AA-A899-5A2063E9B54A}" type="presParOf" srcId="{47590BC2-74ED-41F4-A2F1-38B4A4B3D7BB}" destId="{8456115C-AB00-47F9-AE13-476DE98092C9}" srcOrd="2" destOrd="0" presId="urn:microsoft.com/office/officeart/2005/8/layout/hierarchy3"/>
    <dgm:cxn modelId="{205E5BCE-1E6F-4149-A541-9566A826FDC5}" type="presParOf" srcId="{47590BC2-74ED-41F4-A2F1-38B4A4B3D7BB}" destId="{0E213E40-C0FA-4E91-A8E4-5B94A002F7F9}" srcOrd="3" destOrd="0" presId="urn:microsoft.com/office/officeart/2005/8/layout/hierarchy3"/>
    <dgm:cxn modelId="{A5A80A78-584B-4472-AF05-B1F98BF2BA99}" type="presParOf" srcId="{47590BC2-74ED-41F4-A2F1-38B4A4B3D7BB}" destId="{79A1C29C-7FBE-47B4-974A-D797324518B6}" srcOrd="4" destOrd="0" presId="urn:microsoft.com/office/officeart/2005/8/layout/hierarchy3"/>
    <dgm:cxn modelId="{66734DF1-3E2B-47D3-AACF-619FA53BF3AD}" type="presParOf" srcId="{47590BC2-74ED-41F4-A2F1-38B4A4B3D7BB}" destId="{3FB02C10-E220-4078-BE22-CE6FA1D3A3C9}" srcOrd="5" destOrd="0" presId="urn:microsoft.com/office/officeart/2005/8/layout/hierarchy3"/>
    <dgm:cxn modelId="{14AAE073-CEF8-4962-8980-7A66D16D9025}" type="presParOf" srcId="{47590BC2-74ED-41F4-A2F1-38B4A4B3D7BB}" destId="{0FAB092B-41A1-4F1C-A318-014E052A9517}" srcOrd="6" destOrd="0" presId="urn:microsoft.com/office/officeart/2005/8/layout/hierarchy3"/>
    <dgm:cxn modelId="{D9BA7A55-813E-4F40-862A-01E83B45B2E0}" type="presParOf" srcId="{47590BC2-74ED-41F4-A2F1-38B4A4B3D7BB}" destId="{BE77B8D1-A324-4814-AC0A-35C20413B411}" srcOrd="7" destOrd="0" presId="urn:microsoft.com/office/officeart/2005/8/layout/hierarchy3"/>
    <dgm:cxn modelId="{F0FBA520-0C5D-4638-AEF7-E19D3A0F6293}" type="presParOf" srcId="{47590BC2-74ED-41F4-A2F1-38B4A4B3D7BB}" destId="{D8A2E547-2FEB-4336-9855-735B551DBB80}" srcOrd="8" destOrd="0" presId="urn:microsoft.com/office/officeart/2005/8/layout/hierarchy3"/>
    <dgm:cxn modelId="{D9DB5841-F245-4AE2-9730-6097F4A3603E}" type="presParOf" srcId="{47590BC2-74ED-41F4-A2F1-38B4A4B3D7BB}" destId="{5D987345-CBCB-46C9-8476-92BD341BA61C}" srcOrd="9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54C207C-C723-47B9-9567-3DF787BCC502}" type="doc">
      <dgm:prSet loTypeId="urn:microsoft.com/office/officeart/2005/8/layout/list1" loCatId="list" qsTypeId="urn:microsoft.com/office/officeart/2005/8/quickstyle/3d3" qsCatId="3D" csTypeId="urn:microsoft.com/office/officeart/2005/8/colors/colorful4" csCatId="colorful" phldr="1"/>
      <dgm:spPr/>
      <dgm:t>
        <a:bodyPr/>
        <a:lstStyle/>
        <a:p>
          <a:endParaRPr lang="ru-RU"/>
        </a:p>
      </dgm:t>
    </dgm:pt>
    <dgm:pt modelId="{02A43992-6315-4F8E-B24A-CFC69470B5AD}">
      <dgm:prSet phldrT="[Текст]"/>
      <dgm:spPr/>
      <dgm:t>
        <a:bodyPr/>
        <a:lstStyle/>
        <a:p>
          <a:r>
            <a:rPr lang="ru-RU" dirty="0" smtClean="0"/>
            <a:t>3 и 4 раздел 5 </a:t>
          </a:r>
          <a:r>
            <a:rPr lang="ru-RU" dirty="0" err="1" smtClean="0"/>
            <a:t>Вет</a:t>
          </a:r>
          <a:endParaRPr lang="ru-RU" dirty="0"/>
        </a:p>
      </dgm:t>
    </dgm:pt>
    <dgm:pt modelId="{3CF60833-1730-4D4F-9586-B73B045E5B76}" type="parTrans" cxnId="{30788B10-68AB-4ECF-9015-3EEC41FFE644}">
      <dgm:prSet/>
      <dgm:spPr/>
      <dgm:t>
        <a:bodyPr/>
        <a:lstStyle/>
        <a:p>
          <a:endParaRPr lang="ru-RU"/>
        </a:p>
      </dgm:t>
    </dgm:pt>
    <dgm:pt modelId="{6D800A05-7461-4A76-8280-01F0A7696F3E}" type="sibTrans" cxnId="{30788B10-68AB-4ECF-9015-3EEC41FFE644}">
      <dgm:prSet/>
      <dgm:spPr/>
      <dgm:t>
        <a:bodyPr/>
        <a:lstStyle/>
        <a:p>
          <a:endParaRPr lang="ru-RU"/>
        </a:p>
      </dgm:t>
    </dgm:pt>
    <dgm:pt modelId="{FFEDB3A6-49CC-4021-9D10-53AAF95DF9B6}">
      <dgm:prSet phldrT="[Текст]"/>
      <dgm:spPr/>
      <dgm:t>
        <a:bodyPr/>
        <a:lstStyle/>
        <a:p>
          <a:r>
            <a:rPr lang="ru-RU" dirty="0" smtClean="0"/>
            <a:t>Аналитические</a:t>
          </a:r>
          <a:endParaRPr lang="ru-RU" dirty="0"/>
        </a:p>
      </dgm:t>
    </dgm:pt>
    <dgm:pt modelId="{2C7494BF-48F7-444C-924A-F551BB1F279B}" type="parTrans" cxnId="{166D484E-8202-46EE-8CD8-A73F7E74241B}">
      <dgm:prSet/>
      <dgm:spPr/>
      <dgm:t>
        <a:bodyPr/>
        <a:lstStyle/>
        <a:p>
          <a:endParaRPr lang="ru-RU"/>
        </a:p>
      </dgm:t>
    </dgm:pt>
    <dgm:pt modelId="{162A1238-C294-4D23-A898-E2790C5E98CD}" type="sibTrans" cxnId="{166D484E-8202-46EE-8CD8-A73F7E74241B}">
      <dgm:prSet/>
      <dgm:spPr/>
      <dgm:t>
        <a:bodyPr/>
        <a:lstStyle/>
        <a:p>
          <a:endParaRPr lang="ru-RU"/>
        </a:p>
      </dgm:t>
    </dgm:pt>
    <dgm:pt modelId="{3BE138C9-7D54-4D63-B674-C2563B55DEE1}">
      <dgm:prSet/>
      <dgm:spPr/>
      <dgm:t>
        <a:bodyPr/>
        <a:lstStyle/>
        <a:p>
          <a:r>
            <a:rPr lang="ru-RU" dirty="0" smtClean="0"/>
            <a:t>Сводные данные по количеству экспертиз и сумме оказанных услуг</a:t>
          </a:r>
          <a:endParaRPr lang="ru-RU" dirty="0"/>
        </a:p>
      </dgm:t>
    </dgm:pt>
    <dgm:pt modelId="{7288FD0F-66AB-4D09-A39B-A44EE464D9AE}" type="parTrans" cxnId="{03C7B2ED-FD5F-4306-88B4-03EE194B1557}">
      <dgm:prSet/>
      <dgm:spPr/>
      <dgm:t>
        <a:bodyPr/>
        <a:lstStyle/>
        <a:p>
          <a:endParaRPr lang="ru-RU"/>
        </a:p>
      </dgm:t>
    </dgm:pt>
    <dgm:pt modelId="{CD5A9438-A926-4531-BD0B-709D2BB33D9D}" type="sibTrans" cxnId="{03C7B2ED-FD5F-4306-88B4-03EE194B1557}">
      <dgm:prSet/>
      <dgm:spPr/>
      <dgm:t>
        <a:bodyPr/>
        <a:lstStyle/>
        <a:p>
          <a:endParaRPr lang="ru-RU"/>
        </a:p>
      </dgm:t>
    </dgm:pt>
    <dgm:pt modelId="{D1656BE0-C59C-4656-B269-EB5C575CD7A2}">
      <dgm:prSet/>
      <dgm:spPr/>
      <dgm:t>
        <a:bodyPr/>
        <a:lstStyle/>
        <a:p>
          <a:r>
            <a:rPr lang="ru-RU" dirty="0" smtClean="0"/>
            <a:t>Проверочные</a:t>
          </a:r>
          <a:endParaRPr lang="ru-RU" dirty="0"/>
        </a:p>
      </dgm:t>
    </dgm:pt>
    <dgm:pt modelId="{968F83B3-749B-4F6F-831E-6F0A10B70DDF}" type="parTrans" cxnId="{CF440EB4-E06E-43E2-A84F-4C4139A44173}">
      <dgm:prSet/>
      <dgm:spPr/>
      <dgm:t>
        <a:bodyPr/>
        <a:lstStyle/>
        <a:p>
          <a:endParaRPr lang="ru-RU"/>
        </a:p>
      </dgm:t>
    </dgm:pt>
    <dgm:pt modelId="{22CCCF99-E501-41E9-B735-D1D7A834E327}" type="sibTrans" cxnId="{CF440EB4-E06E-43E2-A84F-4C4139A44173}">
      <dgm:prSet/>
      <dgm:spPr/>
      <dgm:t>
        <a:bodyPr/>
        <a:lstStyle/>
        <a:p>
          <a:endParaRPr lang="ru-RU"/>
        </a:p>
      </dgm:t>
    </dgm:pt>
    <dgm:pt modelId="{DC3FA33B-D687-4647-90A8-0BA8CAEAB98D}" type="pres">
      <dgm:prSet presAssocID="{354C207C-C723-47B9-9567-3DF787BCC502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10583B7B-ADF0-44B7-97B3-74DBF9F729E5}" type="pres">
      <dgm:prSet presAssocID="{02A43992-6315-4F8E-B24A-CFC69470B5AD}" presName="parentLin" presStyleCnt="0"/>
      <dgm:spPr/>
      <dgm:t>
        <a:bodyPr/>
        <a:lstStyle/>
        <a:p>
          <a:endParaRPr lang="ru-RU"/>
        </a:p>
      </dgm:t>
    </dgm:pt>
    <dgm:pt modelId="{57DD8B87-355E-4A7D-8243-2BDCB2697793}" type="pres">
      <dgm:prSet presAssocID="{02A43992-6315-4F8E-B24A-CFC69470B5AD}" presName="parentLeftMargin" presStyleLbl="node1" presStyleIdx="0" presStyleCnt="4"/>
      <dgm:spPr/>
      <dgm:t>
        <a:bodyPr/>
        <a:lstStyle/>
        <a:p>
          <a:endParaRPr lang="ru-RU"/>
        </a:p>
      </dgm:t>
    </dgm:pt>
    <dgm:pt modelId="{4EBD6500-274B-4BFD-854C-F462224D04A9}" type="pres">
      <dgm:prSet presAssocID="{02A43992-6315-4F8E-B24A-CFC69470B5AD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9A13714-6F72-41E1-ABD7-7E04F24ACAAA}" type="pres">
      <dgm:prSet presAssocID="{02A43992-6315-4F8E-B24A-CFC69470B5AD}" presName="negativeSpace" presStyleCnt="0"/>
      <dgm:spPr/>
      <dgm:t>
        <a:bodyPr/>
        <a:lstStyle/>
        <a:p>
          <a:endParaRPr lang="ru-RU"/>
        </a:p>
      </dgm:t>
    </dgm:pt>
    <dgm:pt modelId="{176BB651-7809-4DA5-89CD-69E7EB241FF8}" type="pres">
      <dgm:prSet presAssocID="{02A43992-6315-4F8E-B24A-CFC69470B5AD}" presName="childText" presStyleLbl="conFgAcc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581B5CD-2246-4794-BBA1-83528551FFAA}" type="pres">
      <dgm:prSet presAssocID="{6D800A05-7461-4A76-8280-01F0A7696F3E}" presName="spaceBetweenRectangles" presStyleCnt="0"/>
      <dgm:spPr/>
      <dgm:t>
        <a:bodyPr/>
        <a:lstStyle/>
        <a:p>
          <a:endParaRPr lang="ru-RU"/>
        </a:p>
      </dgm:t>
    </dgm:pt>
    <dgm:pt modelId="{3111F035-D565-4C2B-A2A1-CBA56B2F622E}" type="pres">
      <dgm:prSet presAssocID="{FFEDB3A6-49CC-4021-9D10-53AAF95DF9B6}" presName="parentLin" presStyleCnt="0"/>
      <dgm:spPr/>
      <dgm:t>
        <a:bodyPr/>
        <a:lstStyle/>
        <a:p>
          <a:endParaRPr lang="ru-RU"/>
        </a:p>
      </dgm:t>
    </dgm:pt>
    <dgm:pt modelId="{F8A21D5D-2241-4F18-A87A-A891BFBF537B}" type="pres">
      <dgm:prSet presAssocID="{FFEDB3A6-49CC-4021-9D10-53AAF95DF9B6}" presName="parentLeftMargin" presStyleLbl="node1" presStyleIdx="0" presStyleCnt="4"/>
      <dgm:spPr/>
      <dgm:t>
        <a:bodyPr/>
        <a:lstStyle/>
        <a:p>
          <a:endParaRPr lang="ru-RU"/>
        </a:p>
      </dgm:t>
    </dgm:pt>
    <dgm:pt modelId="{9CD152E0-0BF4-466D-A5EB-7B907748DBE1}" type="pres">
      <dgm:prSet presAssocID="{FFEDB3A6-49CC-4021-9D10-53AAF95DF9B6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2B6B3EC-7784-4187-9A8C-D08D603259F9}" type="pres">
      <dgm:prSet presAssocID="{FFEDB3A6-49CC-4021-9D10-53AAF95DF9B6}" presName="negativeSpace" presStyleCnt="0"/>
      <dgm:spPr/>
      <dgm:t>
        <a:bodyPr/>
        <a:lstStyle/>
        <a:p>
          <a:endParaRPr lang="ru-RU"/>
        </a:p>
      </dgm:t>
    </dgm:pt>
    <dgm:pt modelId="{748910EF-6AF8-45CD-B0C9-A7F5A367C397}" type="pres">
      <dgm:prSet presAssocID="{FFEDB3A6-49CC-4021-9D10-53AAF95DF9B6}" presName="childText" presStyleLbl="conFgAcc1" presStyleIdx="1" presStyleCnt="4" custLinFactNeighborX="588" custLinFactNeighborY="5647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41596B4-C78B-4B2D-8BEB-11A5A2B4CA12}" type="pres">
      <dgm:prSet presAssocID="{162A1238-C294-4D23-A898-E2790C5E98CD}" presName="spaceBetweenRectangles" presStyleCnt="0"/>
      <dgm:spPr/>
      <dgm:t>
        <a:bodyPr/>
        <a:lstStyle/>
        <a:p>
          <a:endParaRPr lang="ru-RU"/>
        </a:p>
      </dgm:t>
    </dgm:pt>
    <dgm:pt modelId="{02A25FE7-D8C4-4587-AD32-D31D7DCC1BED}" type="pres">
      <dgm:prSet presAssocID="{3BE138C9-7D54-4D63-B674-C2563B55DEE1}" presName="parentLin" presStyleCnt="0"/>
      <dgm:spPr/>
      <dgm:t>
        <a:bodyPr/>
        <a:lstStyle/>
        <a:p>
          <a:endParaRPr lang="ru-RU"/>
        </a:p>
      </dgm:t>
    </dgm:pt>
    <dgm:pt modelId="{FFE427EC-BD73-49A6-809F-1A983141D7EB}" type="pres">
      <dgm:prSet presAssocID="{3BE138C9-7D54-4D63-B674-C2563B55DEE1}" presName="parentLeftMargin" presStyleLbl="node1" presStyleIdx="1" presStyleCnt="4"/>
      <dgm:spPr/>
      <dgm:t>
        <a:bodyPr/>
        <a:lstStyle/>
        <a:p>
          <a:endParaRPr lang="ru-RU"/>
        </a:p>
      </dgm:t>
    </dgm:pt>
    <dgm:pt modelId="{C81D2334-6245-4BFF-84B2-718071588932}" type="pres">
      <dgm:prSet presAssocID="{3BE138C9-7D54-4D63-B674-C2563B55DEE1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9966173-A681-41D4-AB9A-F17523EF6032}" type="pres">
      <dgm:prSet presAssocID="{3BE138C9-7D54-4D63-B674-C2563B55DEE1}" presName="negativeSpace" presStyleCnt="0"/>
      <dgm:spPr/>
      <dgm:t>
        <a:bodyPr/>
        <a:lstStyle/>
        <a:p>
          <a:endParaRPr lang="ru-RU"/>
        </a:p>
      </dgm:t>
    </dgm:pt>
    <dgm:pt modelId="{20398926-B047-436A-990F-424D73B30A53}" type="pres">
      <dgm:prSet presAssocID="{3BE138C9-7D54-4D63-B674-C2563B55DEE1}" presName="childText" presStyleLbl="conFgAcc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E05DF40-DCA9-41FB-98D6-BF17BF5F0556}" type="pres">
      <dgm:prSet presAssocID="{CD5A9438-A926-4531-BD0B-709D2BB33D9D}" presName="spaceBetweenRectangles" presStyleCnt="0"/>
      <dgm:spPr/>
      <dgm:t>
        <a:bodyPr/>
        <a:lstStyle/>
        <a:p>
          <a:endParaRPr lang="ru-RU"/>
        </a:p>
      </dgm:t>
    </dgm:pt>
    <dgm:pt modelId="{6E235CE3-A72B-4885-96A0-4B6F12831391}" type="pres">
      <dgm:prSet presAssocID="{D1656BE0-C59C-4656-B269-EB5C575CD7A2}" presName="parentLin" presStyleCnt="0"/>
      <dgm:spPr/>
      <dgm:t>
        <a:bodyPr/>
        <a:lstStyle/>
        <a:p>
          <a:endParaRPr lang="ru-RU"/>
        </a:p>
      </dgm:t>
    </dgm:pt>
    <dgm:pt modelId="{3EBDCE2D-66F9-4713-9221-5D6DADBDC7EE}" type="pres">
      <dgm:prSet presAssocID="{D1656BE0-C59C-4656-B269-EB5C575CD7A2}" presName="parentLeftMargin" presStyleLbl="node1" presStyleIdx="2" presStyleCnt="4"/>
      <dgm:spPr/>
      <dgm:t>
        <a:bodyPr/>
        <a:lstStyle/>
        <a:p>
          <a:endParaRPr lang="ru-RU"/>
        </a:p>
      </dgm:t>
    </dgm:pt>
    <dgm:pt modelId="{FC7F6367-5A99-435F-B931-38BE5CD6706B}" type="pres">
      <dgm:prSet presAssocID="{D1656BE0-C59C-4656-B269-EB5C575CD7A2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AC6FDA8-2895-40A5-A90C-CBD18C29869A}" type="pres">
      <dgm:prSet presAssocID="{D1656BE0-C59C-4656-B269-EB5C575CD7A2}" presName="negativeSpace" presStyleCnt="0"/>
      <dgm:spPr/>
      <dgm:t>
        <a:bodyPr/>
        <a:lstStyle/>
        <a:p>
          <a:endParaRPr lang="ru-RU"/>
        </a:p>
      </dgm:t>
    </dgm:pt>
    <dgm:pt modelId="{98333B0D-76DA-4F36-A571-F3CD8C79FE37}" type="pres">
      <dgm:prSet presAssocID="{D1656BE0-C59C-4656-B269-EB5C575CD7A2}" presName="childText" presStyleLbl="conFgAcc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71A2E71E-D70D-455E-9151-B687F8B6B0D4}" type="presOf" srcId="{D1656BE0-C59C-4656-B269-EB5C575CD7A2}" destId="{3EBDCE2D-66F9-4713-9221-5D6DADBDC7EE}" srcOrd="0" destOrd="0" presId="urn:microsoft.com/office/officeart/2005/8/layout/list1"/>
    <dgm:cxn modelId="{2EF589B5-74C9-46A3-8BE6-E990E4E435B0}" type="presOf" srcId="{FFEDB3A6-49CC-4021-9D10-53AAF95DF9B6}" destId="{F8A21D5D-2241-4F18-A87A-A891BFBF537B}" srcOrd="0" destOrd="0" presId="urn:microsoft.com/office/officeart/2005/8/layout/list1"/>
    <dgm:cxn modelId="{30788B10-68AB-4ECF-9015-3EEC41FFE644}" srcId="{354C207C-C723-47B9-9567-3DF787BCC502}" destId="{02A43992-6315-4F8E-B24A-CFC69470B5AD}" srcOrd="0" destOrd="0" parTransId="{3CF60833-1730-4D4F-9586-B73B045E5B76}" sibTransId="{6D800A05-7461-4A76-8280-01F0A7696F3E}"/>
    <dgm:cxn modelId="{03C7B2ED-FD5F-4306-88B4-03EE194B1557}" srcId="{354C207C-C723-47B9-9567-3DF787BCC502}" destId="{3BE138C9-7D54-4D63-B674-C2563B55DEE1}" srcOrd="2" destOrd="0" parTransId="{7288FD0F-66AB-4D09-A39B-A44EE464D9AE}" sibTransId="{CD5A9438-A926-4531-BD0B-709D2BB33D9D}"/>
    <dgm:cxn modelId="{D9B37693-1BD8-4528-A2D2-50385AB2650F}" type="presOf" srcId="{02A43992-6315-4F8E-B24A-CFC69470B5AD}" destId="{4EBD6500-274B-4BFD-854C-F462224D04A9}" srcOrd="1" destOrd="0" presId="urn:microsoft.com/office/officeart/2005/8/layout/list1"/>
    <dgm:cxn modelId="{347E0C20-0510-4C9D-AA35-5C38BA823975}" type="presOf" srcId="{FFEDB3A6-49CC-4021-9D10-53AAF95DF9B6}" destId="{9CD152E0-0BF4-466D-A5EB-7B907748DBE1}" srcOrd="1" destOrd="0" presId="urn:microsoft.com/office/officeart/2005/8/layout/list1"/>
    <dgm:cxn modelId="{55F45C9D-C995-40C3-A7F0-A27DB4B35A21}" type="presOf" srcId="{354C207C-C723-47B9-9567-3DF787BCC502}" destId="{DC3FA33B-D687-4647-90A8-0BA8CAEAB98D}" srcOrd="0" destOrd="0" presId="urn:microsoft.com/office/officeart/2005/8/layout/list1"/>
    <dgm:cxn modelId="{23152599-BD7C-49B2-A0A6-DD8F62BBEC9B}" type="presOf" srcId="{3BE138C9-7D54-4D63-B674-C2563B55DEE1}" destId="{FFE427EC-BD73-49A6-809F-1A983141D7EB}" srcOrd="0" destOrd="0" presId="urn:microsoft.com/office/officeart/2005/8/layout/list1"/>
    <dgm:cxn modelId="{CF440EB4-E06E-43E2-A84F-4C4139A44173}" srcId="{354C207C-C723-47B9-9567-3DF787BCC502}" destId="{D1656BE0-C59C-4656-B269-EB5C575CD7A2}" srcOrd="3" destOrd="0" parTransId="{968F83B3-749B-4F6F-831E-6F0A10B70DDF}" sibTransId="{22CCCF99-E501-41E9-B735-D1D7A834E327}"/>
    <dgm:cxn modelId="{4C19DE44-27CA-446B-9022-B58A0D4CA102}" type="presOf" srcId="{D1656BE0-C59C-4656-B269-EB5C575CD7A2}" destId="{FC7F6367-5A99-435F-B931-38BE5CD6706B}" srcOrd="1" destOrd="0" presId="urn:microsoft.com/office/officeart/2005/8/layout/list1"/>
    <dgm:cxn modelId="{166D484E-8202-46EE-8CD8-A73F7E74241B}" srcId="{354C207C-C723-47B9-9567-3DF787BCC502}" destId="{FFEDB3A6-49CC-4021-9D10-53AAF95DF9B6}" srcOrd="1" destOrd="0" parTransId="{2C7494BF-48F7-444C-924A-F551BB1F279B}" sibTransId="{162A1238-C294-4D23-A898-E2790C5E98CD}"/>
    <dgm:cxn modelId="{5F85C6AF-64AF-4CCF-B496-753F9BA02CB8}" type="presOf" srcId="{3BE138C9-7D54-4D63-B674-C2563B55DEE1}" destId="{C81D2334-6245-4BFF-84B2-718071588932}" srcOrd="1" destOrd="0" presId="urn:microsoft.com/office/officeart/2005/8/layout/list1"/>
    <dgm:cxn modelId="{AE15B090-8AF5-4560-8145-90F0FE929408}" type="presOf" srcId="{02A43992-6315-4F8E-B24A-CFC69470B5AD}" destId="{57DD8B87-355E-4A7D-8243-2BDCB2697793}" srcOrd="0" destOrd="0" presId="urn:microsoft.com/office/officeart/2005/8/layout/list1"/>
    <dgm:cxn modelId="{316F05D4-7C1C-4A60-ADEF-0EE30827520D}" type="presParOf" srcId="{DC3FA33B-D687-4647-90A8-0BA8CAEAB98D}" destId="{10583B7B-ADF0-44B7-97B3-74DBF9F729E5}" srcOrd="0" destOrd="0" presId="urn:microsoft.com/office/officeart/2005/8/layout/list1"/>
    <dgm:cxn modelId="{48D966E3-EBA4-4018-9E27-8F4DB1C5D2D1}" type="presParOf" srcId="{10583B7B-ADF0-44B7-97B3-74DBF9F729E5}" destId="{57DD8B87-355E-4A7D-8243-2BDCB2697793}" srcOrd="0" destOrd="0" presId="urn:microsoft.com/office/officeart/2005/8/layout/list1"/>
    <dgm:cxn modelId="{19786B72-8EBE-4C69-BEB2-343602654460}" type="presParOf" srcId="{10583B7B-ADF0-44B7-97B3-74DBF9F729E5}" destId="{4EBD6500-274B-4BFD-854C-F462224D04A9}" srcOrd="1" destOrd="0" presId="urn:microsoft.com/office/officeart/2005/8/layout/list1"/>
    <dgm:cxn modelId="{8AFAFF07-DE01-4B26-AEF0-3EA1FFB565E2}" type="presParOf" srcId="{DC3FA33B-D687-4647-90A8-0BA8CAEAB98D}" destId="{29A13714-6F72-41E1-ABD7-7E04F24ACAAA}" srcOrd="1" destOrd="0" presId="urn:microsoft.com/office/officeart/2005/8/layout/list1"/>
    <dgm:cxn modelId="{3C47EB5B-D21A-4C3E-9A56-74581CA739DF}" type="presParOf" srcId="{DC3FA33B-D687-4647-90A8-0BA8CAEAB98D}" destId="{176BB651-7809-4DA5-89CD-69E7EB241FF8}" srcOrd="2" destOrd="0" presId="urn:microsoft.com/office/officeart/2005/8/layout/list1"/>
    <dgm:cxn modelId="{8838D458-EC0F-45C8-961A-C6A3258C4028}" type="presParOf" srcId="{DC3FA33B-D687-4647-90A8-0BA8CAEAB98D}" destId="{A581B5CD-2246-4794-BBA1-83528551FFAA}" srcOrd="3" destOrd="0" presId="urn:microsoft.com/office/officeart/2005/8/layout/list1"/>
    <dgm:cxn modelId="{26F0EB49-684E-461E-8F48-A28A4B1F3DDC}" type="presParOf" srcId="{DC3FA33B-D687-4647-90A8-0BA8CAEAB98D}" destId="{3111F035-D565-4C2B-A2A1-CBA56B2F622E}" srcOrd="4" destOrd="0" presId="urn:microsoft.com/office/officeart/2005/8/layout/list1"/>
    <dgm:cxn modelId="{AB209CB7-3373-4F36-BC1B-CFA91E2B051F}" type="presParOf" srcId="{3111F035-D565-4C2B-A2A1-CBA56B2F622E}" destId="{F8A21D5D-2241-4F18-A87A-A891BFBF537B}" srcOrd="0" destOrd="0" presId="urn:microsoft.com/office/officeart/2005/8/layout/list1"/>
    <dgm:cxn modelId="{0797F82E-69AA-4A11-9F33-503404B0F5F7}" type="presParOf" srcId="{3111F035-D565-4C2B-A2A1-CBA56B2F622E}" destId="{9CD152E0-0BF4-466D-A5EB-7B907748DBE1}" srcOrd="1" destOrd="0" presId="urn:microsoft.com/office/officeart/2005/8/layout/list1"/>
    <dgm:cxn modelId="{D54E92D1-DE81-4432-B3C0-9D5746B0CDC9}" type="presParOf" srcId="{DC3FA33B-D687-4647-90A8-0BA8CAEAB98D}" destId="{E2B6B3EC-7784-4187-9A8C-D08D603259F9}" srcOrd="5" destOrd="0" presId="urn:microsoft.com/office/officeart/2005/8/layout/list1"/>
    <dgm:cxn modelId="{E195D00F-A616-4AC3-B4F9-EAA53E948835}" type="presParOf" srcId="{DC3FA33B-D687-4647-90A8-0BA8CAEAB98D}" destId="{748910EF-6AF8-45CD-B0C9-A7F5A367C397}" srcOrd="6" destOrd="0" presId="urn:microsoft.com/office/officeart/2005/8/layout/list1"/>
    <dgm:cxn modelId="{E64EC4F7-D710-4538-B42F-35D4050A4FC9}" type="presParOf" srcId="{DC3FA33B-D687-4647-90A8-0BA8CAEAB98D}" destId="{141596B4-C78B-4B2D-8BEB-11A5A2B4CA12}" srcOrd="7" destOrd="0" presId="urn:microsoft.com/office/officeart/2005/8/layout/list1"/>
    <dgm:cxn modelId="{CDECEF20-FE81-4F85-920B-233C887EF440}" type="presParOf" srcId="{DC3FA33B-D687-4647-90A8-0BA8CAEAB98D}" destId="{02A25FE7-D8C4-4587-AD32-D31D7DCC1BED}" srcOrd="8" destOrd="0" presId="urn:microsoft.com/office/officeart/2005/8/layout/list1"/>
    <dgm:cxn modelId="{5F2508D1-F570-4AF9-955A-FB0F11DF1590}" type="presParOf" srcId="{02A25FE7-D8C4-4587-AD32-D31D7DCC1BED}" destId="{FFE427EC-BD73-49A6-809F-1A983141D7EB}" srcOrd="0" destOrd="0" presId="urn:microsoft.com/office/officeart/2005/8/layout/list1"/>
    <dgm:cxn modelId="{0494463D-C5DF-4620-A02A-A4901ED16710}" type="presParOf" srcId="{02A25FE7-D8C4-4587-AD32-D31D7DCC1BED}" destId="{C81D2334-6245-4BFF-84B2-718071588932}" srcOrd="1" destOrd="0" presId="urn:microsoft.com/office/officeart/2005/8/layout/list1"/>
    <dgm:cxn modelId="{87D41922-8A3B-4E2D-8E07-A898A968D6D2}" type="presParOf" srcId="{DC3FA33B-D687-4647-90A8-0BA8CAEAB98D}" destId="{89966173-A681-41D4-AB9A-F17523EF6032}" srcOrd="9" destOrd="0" presId="urn:microsoft.com/office/officeart/2005/8/layout/list1"/>
    <dgm:cxn modelId="{E546CA37-09B3-4F3B-A48F-18FC73669B16}" type="presParOf" srcId="{DC3FA33B-D687-4647-90A8-0BA8CAEAB98D}" destId="{20398926-B047-436A-990F-424D73B30A53}" srcOrd="10" destOrd="0" presId="urn:microsoft.com/office/officeart/2005/8/layout/list1"/>
    <dgm:cxn modelId="{784FA5C8-FA5F-4CBE-A98F-ED59407D041B}" type="presParOf" srcId="{DC3FA33B-D687-4647-90A8-0BA8CAEAB98D}" destId="{5E05DF40-DCA9-41FB-98D6-BF17BF5F0556}" srcOrd="11" destOrd="0" presId="urn:microsoft.com/office/officeart/2005/8/layout/list1"/>
    <dgm:cxn modelId="{77DF4E27-8478-4986-B7DA-87A9D2E637DC}" type="presParOf" srcId="{DC3FA33B-D687-4647-90A8-0BA8CAEAB98D}" destId="{6E235CE3-A72B-4885-96A0-4B6F12831391}" srcOrd="12" destOrd="0" presId="urn:microsoft.com/office/officeart/2005/8/layout/list1"/>
    <dgm:cxn modelId="{00E95928-60CC-4388-A7C2-30E470907532}" type="presParOf" srcId="{6E235CE3-A72B-4885-96A0-4B6F12831391}" destId="{3EBDCE2D-66F9-4713-9221-5D6DADBDC7EE}" srcOrd="0" destOrd="0" presId="urn:microsoft.com/office/officeart/2005/8/layout/list1"/>
    <dgm:cxn modelId="{2B142399-142F-4A46-BDEF-5F44BCF48933}" type="presParOf" srcId="{6E235CE3-A72B-4885-96A0-4B6F12831391}" destId="{FC7F6367-5A99-435F-B931-38BE5CD6706B}" srcOrd="1" destOrd="0" presId="urn:microsoft.com/office/officeart/2005/8/layout/list1"/>
    <dgm:cxn modelId="{4CD4632B-C21A-47D4-9F7D-36949CA26E9A}" type="presParOf" srcId="{DC3FA33B-D687-4647-90A8-0BA8CAEAB98D}" destId="{6AC6FDA8-2895-40A5-A90C-CBD18C29869A}" srcOrd="13" destOrd="0" presId="urn:microsoft.com/office/officeart/2005/8/layout/list1"/>
    <dgm:cxn modelId="{3651472F-A24D-45AB-A176-D1E228F33A7B}" type="presParOf" srcId="{DC3FA33B-D687-4647-90A8-0BA8CAEAB98D}" destId="{98333B0D-76DA-4F36-A571-F3CD8C79FE37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BF96E75-EA14-44C0-B924-E9AC3ECB75EF}" type="doc">
      <dgm:prSet loTypeId="urn:microsoft.com/office/officeart/2005/8/layout/default" loCatId="list" qsTypeId="urn:microsoft.com/office/officeart/2005/8/quickstyle/3d3" qsCatId="3D" csTypeId="urn:microsoft.com/office/officeart/2005/8/colors/colorful4" csCatId="colorful" phldr="1"/>
      <dgm:spPr/>
      <dgm:t>
        <a:bodyPr/>
        <a:lstStyle/>
        <a:p>
          <a:endParaRPr lang="ru-RU"/>
        </a:p>
      </dgm:t>
    </dgm:pt>
    <dgm:pt modelId="{972362DE-26F6-475B-84AC-F84F10B1F3D8}">
      <dgm:prSet phldrT="[Текст]" custT="1"/>
      <dgm:spPr/>
      <dgm:t>
        <a:bodyPr/>
        <a:lstStyle/>
        <a:p>
          <a:r>
            <a:rPr lang="ru-RU" sz="1300" dirty="0" smtClean="0"/>
            <a:t>О выявленных болезнях и несоответствиях</a:t>
          </a:r>
        </a:p>
      </dgm:t>
    </dgm:pt>
    <dgm:pt modelId="{1943D44E-436A-4B42-A528-F79B2B7F37BA}" type="parTrans" cxnId="{489873C0-0C23-4325-A555-D3E712D8AABC}">
      <dgm:prSet/>
      <dgm:spPr/>
      <dgm:t>
        <a:bodyPr/>
        <a:lstStyle/>
        <a:p>
          <a:endParaRPr lang="ru-RU" sz="1300"/>
        </a:p>
      </dgm:t>
    </dgm:pt>
    <dgm:pt modelId="{83F37EC3-1489-4D7F-8EFE-514B8FD7B80E}" type="sibTrans" cxnId="{489873C0-0C23-4325-A555-D3E712D8AABC}">
      <dgm:prSet/>
      <dgm:spPr/>
      <dgm:t>
        <a:bodyPr/>
        <a:lstStyle/>
        <a:p>
          <a:endParaRPr lang="ru-RU" sz="1300"/>
        </a:p>
      </dgm:t>
    </dgm:pt>
    <dgm:pt modelId="{2BA20A76-4E2F-43FA-8084-FA1BC8E2F5D7}">
      <dgm:prSet phldrT="[Текст]" custT="1"/>
      <dgm:spPr/>
      <dgm:t>
        <a:bodyPr/>
        <a:lstStyle/>
        <a:p>
          <a:r>
            <a:rPr lang="ru-RU" sz="1300" dirty="0" smtClean="0"/>
            <a:t>О количестве продукции по регионам-поставщикам</a:t>
          </a:r>
        </a:p>
      </dgm:t>
    </dgm:pt>
    <dgm:pt modelId="{3C6E56B5-B639-44D2-9B24-91E9682E9B72}" type="parTrans" cxnId="{70D9D719-703D-458D-AEBF-DDA35AACFC2A}">
      <dgm:prSet/>
      <dgm:spPr/>
      <dgm:t>
        <a:bodyPr/>
        <a:lstStyle/>
        <a:p>
          <a:endParaRPr lang="ru-RU" sz="1300"/>
        </a:p>
      </dgm:t>
    </dgm:pt>
    <dgm:pt modelId="{4501B48D-8088-439B-AD7E-774F4B63DB27}" type="sibTrans" cxnId="{70D9D719-703D-458D-AEBF-DDA35AACFC2A}">
      <dgm:prSet/>
      <dgm:spPr/>
      <dgm:t>
        <a:bodyPr/>
        <a:lstStyle/>
        <a:p>
          <a:endParaRPr lang="ru-RU" sz="1300"/>
        </a:p>
      </dgm:t>
    </dgm:pt>
    <dgm:pt modelId="{29368E5B-B8C6-4E20-97B5-C5DDF1C0EA3B}">
      <dgm:prSet phldrT="[Текст]" custT="1"/>
      <dgm:spPr/>
      <dgm:t>
        <a:bodyPr/>
        <a:lstStyle/>
        <a:p>
          <a:r>
            <a:rPr lang="ru-RU" sz="1300" dirty="0" smtClean="0"/>
            <a:t>О количестве повторных исследований </a:t>
          </a:r>
          <a:endParaRPr lang="ru-RU" sz="1300" dirty="0"/>
        </a:p>
      </dgm:t>
    </dgm:pt>
    <dgm:pt modelId="{B59A6DE7-7287-4B50-85C3-76DBBCBA7811}" type="parTrans" cxnId="{51049873-60A7-473F-9D43-99B8015488AE}">
      <dgm:prSet/>
      <dgm:spPr/>
      <dgm:t>
        <a:bodyPr/>
        <a:lstStyle/>
        <a:p>
          <a:endParaRPr lang="ru-RU" sz="1300"/>
        </a:p>
      </dgm:t>
    </dgm:pt>
    <dgm:pt modelId="{A296D9D7-4D9F-46BC-80D1-487479FF102B}" type="sibTrans" cxnId="{51049873-60A7-473F-9D43-99B8015488AE}">
      <dgm:prSet/>
      <dgm:spPr/>
      <dgm:t>
        <a:bodyPr/>
        <a:lstStyle/>
        <a:p>
          <a:endParaRPr lang="ru-RU" sz="1300"/>
        </a:p>
      </dgm:t>
    </dgm:pt>
    <dgm:pt modelId="{FE4F3C95-27F5-4778-9EA9-8BCFB8B99ACC}">
      <dgm:prSet custT="1"/>
      <dgm:spPr/>
      <dgm:t>
        <a:bodyPr/>
        <a:lstStyle/>
        <a:p>
          <a:r>
            <a:rPr lang="ru-RU" sz="1300" dirty="0" smtClean="0"/>
            <a:t>О регионах-поставщиках продукции</a:t>
          </a:r>
        </a:p>
      </dgm:t>
    </dgm:pt>
    <dgm:pt modelId="{2CE7F53F-9AFF-4678-82D3-511CA5BCFCD0}" type="parTrans" cxnId="{0094E483-D9E0-4352-ADDE-87A026C680D6}">
      <dgm:prSet/>
      <dgm:spPr/>
      <dgm:t>
        <a:bodyPr/>
        <a:lstStyle/>
        <a:p>
          <a:endParaRPr lang="ru-RU" sz="1300"/>
        </a:p>
      </dgm:t>
    </dgm:pt>
    <dgm:pt modelId="{7007685D-FA70-4750-8BA6-935450DABBEF}" type="sibTrans" cxnId="{0094E483-D9E0-4352-ADDE-87A026C680D6}">
      <dgm:prSet/>
      <dgm:spPr/>
      <dgm:t>
        <a:bodyPr/>
        <a:lstStyle/>
        <a:p>
          <a:endParaRPr lang="ru-RU" sz="1300"/>
        </a:p>
      </dgm:t>
    </dgm:pt>
    <dgm:pt modelId="{2B61DD0C-D06C-4ADB-A422-C5D0BB570BA3}">
      <dgm:prSet custT="1"/>
      <dgm:spPr/>
      <dgm:t>
        <a:bodyPr/>
        <a:lstStyle/>
        <a:p>
          <a:r>
            <a:rPr lang="ru-RU" sz="1300" dirty="0" smtClean="0"/>
            <a:t>О количестве направленных проб на исследования</a:t>
          </a:r>
        </a:p>
      </dgm:t>
    </dgm:pt>
    <dgm:pt modelId="{C9EA0E0A-A099-486E-AD3A-2CF8AE1EE855}" type="parTrans" cxnId="{382432CB-6C0C-489E-A40F-80D9FB261391}">
      <dgm:prSet/>
      <dgm:spPr/>
      <dgm:t>
        <a:bodyPr/>
        <a:lstStyle/>
        <a:p>
          <a:endParaRPr lang="ru-RU" sz="1300"/>
        </a:p>
      </dgm:t>
    </dgm:pt>
    <dgm:pt modelId="{E2AB8CF1-D288-4CBE-A887-2C79263E3E17}" type="sibTrans" cxnId="{382432CB-6C0C-489E-A40F-80D9FB261391}">
      <dgm:prSet/>
      <dgm:spPr/>
      <dgm:t>
        <a:bodyPr/>
        <a:lstStyle/>
        <a:p>
          <a:endParaRPr lang="ru-RU" sz="1300"/>
        </a:p>
      </dgm:t>
    </dgm:pt>
    <dgm:pt modelId="{B9FEBA00-7AC7-4878-A593-E2D4CB83AF45}">
      <dgm:prSet custT="1"/>
      <dgm:spPr/>
      <dgm:t>
        <a:bodyPr/>
        <a:lstStyle/>
        <a:p>
          <a:r>
            <a:rPr lang="ru-RU" sz="1300" dirty="0" smtClean="0"/>
            <a:t>Сравнительные данные по работникам (экспертиза)</a:t>
          </a:r>
        </a:p>
      </dgm:t>
    </dgm:pt>
    <dgm:pt modelId="{AA08640F-0B29-4C7B-B714-A51A335FB45D}" type="parTrans" cxnId="{5CBC3C28-3DF0-4C86-84CB-85E35C8AC77F}">
      <dgm:prSet/>
      <dgm:spPr/>
      <dgm:t>
        <a:bodyPr/>
        <a:lstStyle/>
        <a:p>
          <a:endParaRPr lang="ru-RU" sz="1300"/>
        </a:p>
      </dgm:t>
    </dgm:pt>
    <dgm:pt modelId="{6ACCD7FB-DF72-426A-B2FF-6BBDC2ECFC1F}" type="sibTrans" cxnId="{5CBC3C28-3DF0-4C86-84CB-85E35C8AC77F}">
      <dgm:prSet/>
      <dgm:spPr/>
      <dgm:t>
        <a:bodyPr/>
        <a:lstStyle/>
        <a:p>
          <a:endParaRPr lang="ru-RU" sz="1300"/>
        </a:p>
      </dgm:t>
    </dgm:pt>
    <dgm:pt modelId="{03C3750A-BBCA-4FEC-A8F6-4A2E50715C6A}">
      <dgm:prSet custT="1"/>
      <dgm:spPr/>
      <dgm:t>
        <a:bodyPr/>
        <a:lstStyle/>
        <a:p>
          <a:r>
            <a:rPr lang="ru-RU" sz="1300" dirty="0" smtClean="0"/>
            <a:t>Сравнительные данные по работникам (исследования)</a:t>
          </a:r>
        </a:p>
      </dgm:t>
    </dgm:pt>
    <dgm:pt modelId="{2485953C-BF44-42D7-BC74-811FD6949F9B}" type="parTrans" cxnId="{F25A4691-D313-46E7-B4BF-45AEFE19F7D0}">
      <dgm:prSet/>
      <dgm:spPr/>
      <dgm:t>
        <a:bodyPr/>
        <a:lstStyle/>
        <a:p>
          <a:endParaRPr lang="ru-RU" sz="1300"/>
        </a:p>
      </dgm:t>
    </dgm:pt>
    <dgm:pt modelId="{06100524-D1CE-47D9-ACC0-D71F09D3AAE1}" type="sibTrans" cxnId="{F25A4691-D313-46E7-B4BF-45AEFE19F7D0}">
      <dgm:prSet/>
      <dgm:spPr/>
      <dgm:t>
        <a:bodyPr/>
        <a:lstStyle/>
        <a:p>
          <a:endParaRPr lang="ru-RU" sz="1300"/>
        </a:p>
      </dgm:t>
    </dgm:pt>
    <dgm:pt modelId="{57953339-70BB-4549-BF25-9359F941A26B}">
      <dgm:prSet custT="1"/>
      <dgm:spPr/>
      <dgm:t>
        <a:bodyPr/>
        <a:lstStyle/>
        <a:p>
          <a:r>
            <a:rPr lang="ru-RU" sz="1300" dirty="0" smtClean="0"/>
            <a:t>Сравнительные данные по работникам (снятая продукция)</a:t>
          </a:r>
        </a:p>
      </dgm:t>
    </dgm:pt>
    <dgm:pt modelId="{738025AF-C592-45D5-9E55-52341993BAEF}" type="parTrans" cxnId="{142D724D-CB9C-4BE8-B2EC-81B0030D82F8}">
      <dgm:prSet/>
      <dgm:spPr/>
      <dgm:t>
        <a:bodyPr/>
        <a:lstStyle/>
        <a:p>
          <a:endParaRPr lang="ru-RU" sz="1300"/>
        </a:p>
      </dgm:t>
    </dgm:pt>
    <dgm:pt modelId="{88AB01B5-B9D8-443D-827D-1FD2E62FD1C3}" type="sibTrans" cxnId="{142D724D-CB9C-4BE8-B2EC-81B0030D82F8}">
      <dgm:prSet/>
      <dgm:spPr/>
      <dgm:t>
        <a:bodyPr/>
        <a:lstStyle/>
        <a:p>
          <a:endParaRPr lang="ru-RU" sz="1300"/>
        </a:p>
      </dgm:t>
    </dgm:pt>
    <dgm:pt modelId="{99F59B23-501E-4DB2-B331-60B9A1829027}">
      <dgm:prSet custT="1"/>
      <dgm:spPr/>
      <dgm:t>
        <a:bodyPr/>
        <a:lstStyle/>
        <a:p>
          <a:r>
            <a:rPr lang="ru-RU" sz="1300" dirty="0" smtClean="0"/>
            <a:t>О количестве поступившей продукции</a:t>
          </a:r>
        </a:p>
      </dgm:t>
    </dgm:pt>
    <dgm:pt modelId="{5AD0B5E4-72BC-4315-B519-B6B669538DB2}" type="parTrans" cxnId="{8A3B7622-9C1E-477B-B3CD-FDBD2D1DBE0A}">
      <dgm:prSet/>
      <dgm:spPr/>
      <dgm:t>
        <a:bodyPr/>
        <a:lstStyle/>
        <a:p>
          <a:endParaRPr lang="ru-RU" sz="1300"/>
        </a:p>
      </dgm:t>
    </dgm:pt>
    <dgm:pt modelId="{71BEC79C-54DE-4F8A-8C8A-AA5E0BBA3870}" type="sibTrans" cxnId="{8A3B7622-9C1E-477B-B3CD-FDBD2D1DBE0A}">
      <dgm:prSet/>
      <dgm:spPr/>
      <dgm:t>
        <a:bodyPr/>
        <a:lstStyle/>
        <a:p>
          <a:endParaRPr lang="ru-RU" sz="1300"/>
        </a:p>
      </dgm:t>
    </dgm:pt>
    <dgm:pt modelId="{4A4A12F7-6994-45B2-93EE-6FAD4B48ED9B}">
      <dgm:prSet custT="1"/>
      <dgm:spPr/>
      <dgm:t>
        <a:bodyPr/>
        <a:lstStyle/>
        <a:p>
          <a:r>
            <a:rPr lang="ru-RU" sz="1300" dirty="0" smtClean="0"/>
            <a:t>О количестве и результатах исследования проб</a:t>
          </a:r>
        </a:p>
      </dgm:t>
    </dgm:pt>
    <dgm:pt modelId="{E1EC9C8B-B81B-4FB4-8448-2D2EF9AA6BBD}" type="parTrans" cxnId="{1CD8803C-CA49-4261-8E71-D99D2644F72C}">
      <dgm:prSet/>
      <dgm:spPr/>
      <dgm:t>
        <a:bodyPr/>
        <a:lstStyle/>
        <a:p>
          <a:endParaRPr lang="ru-RU" sz="1300"/>
        </a:p>
      </dgm:t>
    </dgm:pt>
    <dgm:pt modelId="{EDB033A3-655B-4AFE-91FB-E669B42335B6}" type="sibTrans" cxnId="{1CD8803C-CA49-4261-8E71-D99D2644F72C}">
      <dgm:prSet/>
      <dgm:spPr/>
      <dgm:t>
        <a:bodyPr/>
        <a:lstStyle/>
        <a:p>
          <a:endParaRPr lang="ru-RU" sz="1300"/>
        </a:p>
      </dgm:t>
    </dgm:pt>
    <dgm:pt modelId="{6BB06EEC-FE74-4965-B795-DBBC9BF715F0}">
      <dgm:prSet custT="1"/>
      <dgm:spPr/>
      <dgm:t>
        <a:bodyPr/>
        <a:lstStyle/>
        <a:p>
          <a:r>
            <a:rPr lang="ru-RU" sz="1300" dirty="0" smtClean="0"/>
            <a:t>О количестве денатурированной продукции</a:t>
          </a:r>
        </a:p>
      </dgm:t>
    </dgm:pt>
    <dgm:pt modelId="{C60C3F59-C394-4E91-9C29-A30735B471D9}" type="parTrans" cxnId="{E17B9BB3-3FD1-4E72-BE49-959F683BAB83}">
      <dgm:prSet/>
      <dgm:spPr/>
      <dgm:t>
        <a:bodyPr/>
        <a:lstStyle/>
        <a:p>
          <a:endParaRPr lang="ru-RU" sz="1300"/>
        </a:p>
      </dgm:t>
    </dgm:pt>
    <dgm:pt modelId="{72C540FF-3245-4B52-9181-4339D71D3F78}" type="sibTrans" cxnId="{E17B9BB3-3FD1-4E72-BE49-959F683BAB83}">
      <dgm:prSet/>
      <dgm:spPr/>
      <dgm:t>
        <a:bodyPr/>
        <a:lstStyle/>
        <a:p>
          <a:endParaRPr lang="ru-RU" sz="1300"/>
        </a:p>
      </dgm:t>
    </dgm:pt>
    <dgm:pt modelId="{0289BF4F-9D80-4FC8-94B1-EC7E875DDEC8}">
      <dgm:prSet custT="1"/>
      <dgm:spPr/>
      <dgm:t>
        <a:bodyPr/>
        <a:lstStyle/>
        <a:p>
          <a:endParaRPr lang="ru-RU" sz="1300" dirty="0" smtClean="0"/>
        </a:p>
        <a:p>
          <a:r>
            <a:rPr lang="ru-RU" sz="1300" dirty="0" smtClean="0"/>
            <a:t>О проведенных исследованиях</a:t>
          </a:r>
        </a:p>
        <a:p>
          <a:endParaRPr lang="ru-RU" sz="1300" dirty="0"/>
        </a:p>
      </dgm:t>
    </dgm:pt>
    <dgm:pt modelId="{1703E53F-7AB9-4A37-933D-927D7CB4F2FA}" type="parTrans" cxnId="{EF5BCFF6-8C21-48E6-A72D-F58383EF1A1B}">
      <dgm:prSet/>
      <dgm:spPr/>
      <dgm:t>
        <a:bodyPr/>
        <a:lstStyle/>
        <a:p>
          <a:endParaRPr lang="ru-RU" sz="1300"/>
        </a:p>
      </dgm:t>
    </dgm:pt>
    <dgm:pt modelId="{DFC11029-C5F2-4CA1-A9C8-4A303D1529E5}" type="sibTrans" cxnId="{EF5BCFF6-8C21-48E6-A72D-F58383EF1A1B}">
      <dgm:prSet/>
      <dgm:spPr/>
      <dgm:t>
        <a:bodyPr/>
        <a:lstStyle/>
        <a:p>
          <a:endParaRPr lang="ru-RU" sz="1300"/>
        </a:p>
      </dgm:t>
    </dgm:pt>
    <dgm:pt modelId="{3D94CEBC-4051-4AA6-A675-776E77E4BBBC}">
      <dgm:prSet custT="1"/>
      <dgm:spPr/>
      <dgm:t>
        <a:bodyPr/>
        <a:lstStyle/>
        <a:p>
          <a:r>
            <a:rPr lang="ru-RU" sz="1300" dirty="0" smtClean="0"/>
            <a:t>О снятой с реализации продукции</a:t>
          </a:r>
        </a:p>
      </dgm:t>
    </dgm:pt>
    <dgm:pt modelId="{DBBEAEB8-602E-43CE-A918-F938B22C07A8}" type="parTrans" cxnId="{10A59A8E-C6E3-4D3F-94A6-724EFCBDAA98}">
      <dgm:prSet/>
      <dgm:spPr/>
      <dgm:t>
        <a:bodyPr/>
        <a:lstStyle/>
        <a:p>
          <a:endParaRPr lang="ru-RU" sz="1300"/>
        </a:p>
      </dgm:t>
    </dgm:pt>
    <dgm:pt modelId="{5C43D3D6-43C0-4728-8D4E-C010A03A8FD6}" type="sibTrans" cxnId="{10A59A8E-C6E3-4D3F-94A6-724EFCBDAA98}">
      <dgm:prSet/>
      <dgm:spPr/>
      <dgm:t>
        <a:bodyPr/>
        <a:lstStyle/>
        <a:p>
          <a:endParaRPr lang="ru-RU" sz="1300"/>
        </a:p>
      </dgm:t>
    </dgm:pt>
    <dgm:pt modelId="{0D2C5A97-84DF-4C31-963E-E927FBA8EFEE}">
      <dgm:prSet custT="1"/>
      <dgm:spPr/>
      <dgm:t>
        <a:bodyPr/>
        <a:lstStyle/>
        <a:p>
          <a:r>
            <a:rPr lang="ru-RU" sz="1300" dirty="0" smtClean="0"/>
            <a:t>О количестве экспертиз и сумме оказанных услуг</a:t>
          </a:r>
          <a:endParaRPr lang="ru-RU" sz="1300" dirty="0"/>
        </a:p>
      </dgm:t>
    </dgm:pt>
    <dgm:pt modelId="{F7479B53-3061-4BDE-A94B-F42A69C443F9}" type="parTrans" cxnId="{D8E7EFD9-7C8F-49E1-A1A1-DDB43E80E5AF}">
      <dgm:prSet/>
      <dgm:spPr/>
      <dgm:t>
        <a:bodyPr/>
        <a:lstStyle/>
        <a:p>
          <a:endParaRPr lang="ru-RU" sz="1300"/>
        </a:p>
      </dgm:t>
    </dgm:pt>
    <dgm:pt modelId="{C370D206-87AB-495B-AB69-3E0393E47982}" type="sibTrans" cxnId="{D8E7EFD9-7C8F-49E1-A1A1-DDB43E80E5AF}">
      <dgm:prSet/>
      <dgm:spPr/>
      <dgm:t>
        <a:bodyPr/>
        <a:lstStyle/>
        <a:p>
          <a:endParaRPr lang="ru-RU" sz="1300"/>
        </a:p>
      </dgm:t>
    </dgm:pt>
    <dgm:pt modelId="{6D684F25-2A98-446A-AC61-99C9237E9F2C}">
      <dgm:prSet custT="1"/>
      <dgm:spPr/>
      <dgm:t>
        <a:bodyPr/>
        <a:lstStyle/>
        <a:p>
          <a:r>
            <a:rPr lang="ru-RU" sz="1300" dirty="0" smtClean="0"/>
            <a:t>Расшифровка выявленных случаев болезней</a:t>
          </a:r>
        </a:p>
      </dgm:t>
    </dgm:pt>
    <dgm:pt modelId="{D82B158B-1D17-4011-B74B-AFB766BBA628}" type="parTrans" cxnId="{1C4A788E-A13E-439D-85D8-87C4A4257648}">
      <dgm:prSet/>
      <dgm:spPr/>
      <dgm:t>
        <a:bodyPr/>
        <a:lstStyle/>
        <a:p>
          <a:endParaRPr lang="ru-RU" sz="1300"/>
        </a:p>
      </dgm:t>
    </dgm:pt>
    <dgm:pt modelId="{8911E1E6-F4CE-45BF-BB46-4FE8816E27A4}" type="sibTrans" cxnId="{1C4A788E-A13E-439D-85D8-87C4A4257648}">
      <dgm:prSet/>
      <dgm:spPr/>
      <dgm:t>
        <a:bodyPr/>
        <a:lstStyle/>
        <a:p>
          <a:endParaRPr lang="ru-RU" sz="1300"/>
        </a:p>
      </dgm:t>
    </dgm:pt>
    <dgm:pt modelId="{F72E57DA-F3AB-435C-B918-7883B7E3E857}" type="pres">
      <dgm:prSet presAssocID="{4BF96E75-EA14-44C0-B924-E9AC3ECB75EF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D8B26702-D262-4FE9-ADC0-3FCFBF246E09}" type="pres">
      <dgm:prSet presAssocID="{972362DE-26F6-475B-84AC-F84F10B1F3D8}" presName="node" presStyleLbl="node1" presStyleIdx="0" presStyleCnt="1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1E9B37B-630C-4920-AB9E-DF0D73B3E29E}" type="pres">
      <dgm:prSet presAssocID="{83F37EC3-1489-4D7F-8EFE-514B8FD7B80E}" presName="sibTrans" presStyleCnt="0"/>
      <dgm:spPr/>
      <dgm:t>
        <a:bodyPr/>
        <a:lstStyle/>
        <a:p>
          <a:endParaRPr lang="ru-RU"/>
        </a:p>
      </dgm:t>
    </dgm:pt>
    <dgm:pt modelId="{FD47A995-B8C1-4005-A608-2AC99005AFCB}" type="pres">
      <dgm:prSet presAssocID="{0289BF4F-9D80-4FC8-94B1-EC7E875DDEC8}" presName="node" presStyleLbl="node1" presStyleIdx="1" presStyleCnt="1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2B5021E-C4CB-45F3-AC7D-4BE7DFB31F87}" type="pres">
      <dgm:prSet presAssocID="{DFC11029-C5F2-4CA1-A9C8-4A303D1529E5}" presName="sibTrans" presStyleCnt="0"/>
      <dgm:spPr/>
      <dgm:t>
        <a:bodyPr/>
        <a:lstStyle/>
        <a:p>
          <a:endParaRPr lang="ru-RU"/>
        </a:p>
      </dgm:t>
    </dgm:pt>
    <dgm:pt modelId="{D3353D22-3A58-409B-89F3-72407F13DA26}" type="pres">
      <dgm:prSet presAssocID="{3D94CEBC-4051-4AA6-A675-776E77E4BBBC}" presName="node" presStyleLbl="node1" presStyleIdx="2" presStyleCnt="1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80F3BBA-12A9-46F2-ADD6-79B10EAA2D5A}" type="pres">
      <dgm:prSet presAssocID="{5C43D3D6-43C0-4728-8D4E-C010A03A8FD6}" presName="sibTrans" presStyleCnt="0"/>
      <dgm:spPr/>
      <dgm:t>
        <a:bodyPr/>
        <a:lstStyle/>
        <a:p>
          <a:endParaRPr lang="ru-RU"/>
        </a:p>
      </dgm:t>
    </dgm:pt>
    <dgm:pt modelId="{C53BA299-7EAF-4FB2-AAEF-999AC96AD156}" type="pres">
      <dgm:prSet presAssocID="{FE4F3C95-27F5-4778-9EA9-8BCFB8B99ACC}" presName="node" presStyleLbl="node1" presStyleIdx="3" presStyleCnt="1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542F13B-2CA8-4200-B764-285CF408A7DE}" type="pres">
      <dgm:prSet presAssocID="{7007685D-FA70-4750-8BA6-935450DABBEF}" presName="sibTrans" presStyleCnt="0"/>
      <dgm:spPr/>
      <dgm:t>
        <a:bodyPr/>
        <a:lstStyle/>
        <a:p>
          <a:endParaRPr lang="ru-RU"/>
        </a:p>
      </dgm:t>
    </dgm:pt>
    <dgm:pt modelId="{93CA3A2B-C86A-4B5D-BDDC-850991B5D03C}" type="pres">
      <dgm:prSet presAssocID="{2B61DD0C-D06C-4ADB-A422-C5D0BB570BA3}" presName="node" presStyleLbl="node1" presStyleIdx="4" presStyleCnt="1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1B1B8E3-5E62-4BB6-8E1C-7A0578989F9F}" type="pres">
      <dgm:prSet presAssocID="{E2AB8CF1-D288-4CBE-A887-2C79263E3E17}" presName="sibTrans" presStyleCnt="0"/>
      <dgm:spPr/>
      <dgm:t>
        <a:bodyPr/>
        <a:lstStyle/>
        <a:p>
          <a:endParaRPr lang="ru-RU"/>
        </a:p>
      </dgm:t>
    </dgm:pt>
    <dgm:pt modelId="{851386B7-3772-4F73-A9E4-AE3DDCFA795E}" type="pres">
      <dgm:prSet presAssocID="{B9FEBA00-7AC7-4878-A593-E2D4CB83AF45}" presName="node" presStyleLbl="node1" presStyleIdx="5" presStyleCnt="1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F076E2C-53F1-4966-9AC1-1965265C38D3}" type="pres">
      <dgm:prSet presAssocID="{6ACCD7FB-DF72-426A-B2FF-6BBDC2ECFC1F}" presName="sibTrans" presStyleCnt="0"/>
      <dgm:spPr/>
      <dgm:t>
        <a:bodyPr/>
        <a:lstStyle/>
        <a:p>
          <a:endParaRPr lang="ru-RU"/>
        </a:p>
      </dgm:t>
    </dgm:pt>
    <dgm:pt modelId="{23275AE8-FD5E-487C-8786-AEF094ABDF95}" type="pres">
      <dgm:prSet presAssocID="{03C3750A-BBCA-4FEC-A8F6-4A2E50715C6A}" presName="node" presStyleLbl="node1" presStyleIdx="6" presStyleCnt="1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8F58073-4F67-49C3-B122-55648DB25852}" type="pres">
      <dgm:prSet presAssocID="{06100524-D1CE-47D9-ACC0-D71F09D3AAE1}" presName="sibTrans" presStyleCnt="0"/>
      <dgm:spPr/>
      <dgm:t>
        <a:bodyPr/>
        <a:lstStyle/>
        <a:p>
          <a:endParaRPr lang="ru-RU"/>
        </a:p>
      </dgm:t>
    </dgm:pt>
    <dgm:pt modelId="{441A1B98-57CD-477F-A712-A724A71C0BF1}" type="pres">
      <dgm:prSet presAssocID="{57953339-70BB-4549-BF25-9359F941A26B}" presName="node" presStyleLbl="node1" presStyleIdx="7" presStyleCnt="1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84B823C-BFC6-4DAB-938D-F879B29B2CC8}" type="pres">
      <dgm:prSet presAssocID="{88AB01B5-B9D8-443D-827D-1FD2E62FD1C3}" presName="sibTrans" presStyleCnt="0"/>
      <dgm:spPr/>
      <dgm:t>
        <a:bodyPr/>
        <a:lstStyle/>
        <a:p>
          <a:endParaRPr lang="ru-RU"/>
        </a:p>
      </dgm:t>
    </dgm:pt>
    <dgm:pt modelId="{8AC1F38B-6C57-4756-AEE2-7985E067FA1F}" type="pres">
      <dgm:prSet presAssocID="{99F59B23-501E-4DB2-B331-60B9A1829027}" presName="node" presStyleLbl="node1" presStyleIdx="8" presStyleCnt="1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B5A3585-53BC-46F1-888B-7AC8ADAD963E}" type="pres">
      <dgm:prSet presAssocID="{71BEC79C-54DE-4F8A-8C8A-AA5E0BBA3870}" presName="sibTrans" presStyleCnt="0"/>
      <dgm:spPr/>
      <dgm:t>
        <a:bodyPr/>
        <a:lstStyle/>
        <a:p>
          <a:endParaRPr lang="ru-RU"/>
        </a:p>
      </dgm:t>
    </dgm:pt>
    <dgm:pt modelId="{EF05F2E4-577F-42CB-88DE-454F363A6932}" type="pres">
      <dgm:prSet presAssocID="{4A4A12F7-6994-45B2-93EE-6FAD4B48ED9B}" presName="node" presStyleLbl="node1" presStyleIdx="9" presStyleCnt="1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AE2BA20-F4EA-4AEA-AB44-20627F1477C4}" type="pres">
      <dgm:prSet presAssocID="{EDB033A3-655B-4AFE-91FB-E669B42335B6}" presName="sibTrans" presStyleCnt="0"/>
      <dgm:spPr/>
      <dgm:t>
        <a:bodyPr/>
        <a:lstStyle/>
        <a:p>
          <a:endParaRPr lang="ru-RU"/>
        </a:p>
      </dgm:t>
    </dgm:pt>
    <dgm:pt modelId="{E4FE7170-A4F4-473F-A5F5-F1355F6D530D}" type="pres">
      <dgm:prSet presAssocID="{6BB06EEC-FE74-4965-B795-DBBC9BF715F0}" presName="node" presStyleLbl="node1" presStyleIdx="10" presStyleCnt="1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19DC8B4-D417-49AB-A65E-21391DD4DC97}" type="pres">
      <dgm:prSet presAssocID="{72C540FF-3245-4B52-9181-4339D71D3F78}" presName="sibTrans" presStyleCnt="0"/>
      <dgm:spPr/>
      <dgm:t>
        <a:bodyPr/>
        <a:lstStyle/>
        <a:p>
          <a:endParaRPr lang="ru-RU"/>
        </a:p>
      </dgm:t>
    </dgm:pt>
    <dgm:pt modelId="{3A722B7C-94AE-4B48-A712-D772CD323BD9}" type="pres">
      <dgm:prSet presAssocID="{2BA20A76-4E2F-43FA-8084-FA1BC8E2F5D7}" presName="node" presStyleLbl="node1" presStyleIdx="11" presStyleCnt="1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601932A-FE61-4DCD-8467-B13360ED3166}" type="pres">
      <dgm:prSet presAssocID="{4501B48D-8088-439B-AD7E-774F4B63DB27}" presName="sibTrans" presStyleCnt="0"/>
      <dgm:spPr/>
      <dgm:t>
        <a:bodyPr/>
        <a:lstStyle/>
        <a:p>
          <a:endParaRPr lang="ru-RU"/>
        </a:p>
      </dgm:t>
    </dgm:pt>
    <dgm:pt modelId="{CEBC3182-BEC9-4675-B1C1-F23E20C8934A}" type="pres">
      <dgm:prSet presAssocID="{29368E5B-B8C6-4E20-97B5-C5DDF1C0EA3B}" presName="node" presStyleLbl="node1" presStyleIdx="12" presStyleCnt="1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2B5EFBE-591D-4CD7-826D-37ABB85A1DA9}" type="pres">
      <dgm:prSet presAssocID="{A296D9D7-4D9F-46BC-80D1-487479FF102B}" presName="sibTrans" presStyleCnt="0"/>
      <dgm:spPr/>
      <dgm:t>
        <a:bodyPr/>
        <a:lstStyle/>
        <a:p>
          <a:endParaRPr lang="ru-RU"/>
        </a:p>
      </dgm:t>
    </dgm:pt>
    <dgm:pt modelId="{22639A1B-2C4E-46BE-A5C4-D0C3D62994CF}" type="pres">
      <dgm:prSet presAssocID="{0D2C5A97-84DF-4C31-963E-E927FBA8EFEE}" presName="node" presStyleLbl="node1" presStyleIdx="13" presStyleCnt="1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D70CF59-44B6-4405-BD75-59B809E4A7CF}" type="pres">
      <dgm:prSet presAssocID="{C370D206-87AB-495B-AB69-3E0393E47982}" presName="sibTrans" presStyleCnt="0"/>
      <dgm:spPr/>
      <dgm:t>
        <a:bodyPr/>
        <a:lstStyle/>
        <a:p>
          <a:endParaRPr lang="ru-RU"/>
        </a:p>
      </dgm:t>
    </dgm:pt>
    <dgm:pt modelId="{E49278FB-8458-4FDB-B898-73866BB78A55}" type="pres">
      <dgm:prSet presAssocID="{6D684F25-2A98-446A-AC61-99C9237E9F2C}" presName="node" presStyleLbl="node1" presStyleIdx="14" presStyleCnt="1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5CBC3C28-3DF0-4C86-84CB-85E35C8AC77F}" srcId="{4BF96E75-EA14-44C0-B924-E9AC3ECB75EF}" destId="{B9FEBA00-7AC7-4878-A593-E2D4CB83AF45}" srcOrd="5" destOrd="0" parTransId="{AA08640F-0B29-4C7B-B714-A51A335FB45D}" sibTransId="{6ACCD7FB-DF72-426A-B2FF-6BBDC2ECFC1F}"/>
    <dgm:cxn modelId="{7C01E899-AD42-4A32-BDC8-CD692397615F}" type="presOf" srcId="{4A4A12F7-6994-45B2-93EE-6FAD4B48ED9B}" destId="{EF05F2E4-577F-42CB-88DE-454F363A6932}" srcOrd="0" destOrd="0" presId="urn:microsoft.com/office/officeart/2005/8/layout/default"/>
    <dgm:cxn modelId="{D8E7EFD9-7C8F-49E1-A1A1-DDB43E80E5AF}" srcId="{4BF96E75-EA14-44C0-B924-E9AC3ECB75EF}" destId="{0D2C5A97-84DF-4C31-963E-E927FBA8EFEE}" srcOrd="13" destOrd="0" parTransId="{F7479B53-3061-4BDE-A94B-F42A69C443F9}" sibTransId="{C370D206-87AB-495B-AB69-3E0393E47982}"/>
    <dgm:cxn modelId="{51049873-60A7-473F-9D43-99B8015488AE}" srcId="{4BF96E75-EA14-44C0-B924-E9AC3ECB75EF}" destId="{29368E5B-B8C6-4E20-97B5-C5DDF1C0EA3B}" srcOrd="12" destOrd="0" parTransId="{B59A6DE7-7287-4B50-85C3-76DBBCBA7811}" sibTransId="{A296D9D7-4D9F-46BC-80D1-487479FF102B}"/>
    <dgm:cxn modelId="{6E2F31FF-FCE4-4863-B333-22D029151AC0}" type="presOf" srcId="{2B61DD0C-D06C-4ADB-A422-C5D0BB570BA3}" destId="{93CA3A2B-C86A-4B5D-BDDC-850991B5D03C}" srcOrd="0" destOrd="0" presId="urn:microsoft.com/office/officeart/2005/8/layout/default"/>
    <dgm:cxn modelId="{8A3B7622-9C1E-477B-B3CD-FDBD2D1DBE0A}" srcId="{4BF96E75-EA14-44C0-B924-E9AC3ECB75EF}" destId="{99F59B23-501E-4DB2-B331-60B9A1829027}" srcOrd="8" destOrd="0" parTransId="{5AD0B5E4-72BC-4315-B519-B6B669538DB2}" sibTransId="{71BEC79C-54DE-4F8A-8C8A-AA5E0BBA3870}"/>
    <dgm:cxn modelId="{0094E483-D9E0-4352-ADDE-87A026C680D6}" srcId="{4BF96E75-EA14-44C0-B924-E9AC3ECB75EF}" destId="{FE4F3C95-27F5-4778-9EA9-8BCFB8B99ACC}" srcOrd="3" destOrd="0" parTransId="{2CE7F53F-9AFF-4678-82D3-511CA5BCFCD0}" sibTransId="{7007685D-FA70-4750-8BA6-935450DABBEF}"/>
    <dgm:cxn modelId="{CF0AC945-37EB-43F9-A735-BFF2F73929A6}" type="presOf" srcId="{4BF96E75-EA14-44C0-B924-E9AC3ECB75EF}" destId="{F72E57DA-F3AB-435C-B918-7883B7E3E857}" srcOrd="0" destOrd="0" presId="urn:microsoft.com/office/officeart/2005/8/layout/default"/>
    <dgm:cxn modelId="{70D9D719-703D-458D-AEBF-DDA35AACFC2A}" srcId="{4BF96E75-EA14-44C0-B924-E9AC3ECB75EF}" destId="{2BA20A76-4E2F-43FA-8084-FA1BC8E2F5D7}" srcOrd="11" destOrd="0" parTransId="{3C6E56B5-B639-44D2-9B24-91E9682E9B72}" sibTransId="{4501B48D-8088-439B-AD7E-774F4B63DB27}"/>
    <dgm:cxn modelId="{B39B5AD2-49FC-40E2-8C92-AE656A5874BB}" type="presOf" srcId="{2BA20A76-4E2F-43FA-8084-FA1BC8E2F5D7}" destId="{3A722B7C-94AE-4B48-A712-D772CD323BD9}" srcOrd="0" destOrd="0" presId="urn:microsoft.com/office/officeart/2005/8/layout/default"/>
    <dgm:cxn modelId="{A805CFF5-15B4-4998-9EAF-CC9C7B4B5E23}" type="presOf" srcId="{6BB06EEC-FE74-4965-B795-DBBC9BF715F0}" destId="{E4FE7170-A4F4-473F-A5F5-F1355F6D530D}" srcOrd="0" destOrd="0" presId="urn:microsoft.com/office/officeart/2005/8/layout/default"/>
    <dgm:cxn modelId="{7FAD3F95-D3F8-4CE7-B601-54242AA4B648}" type="presOf" srcId="{03C3750A-BBCA-4FEC-A8F6-4A2E50715C6A}" destId="{23275AE8-FD5E-487C-8786-AEF094ABDF95}" srcOrd="0" destOrd="0" presId="urn:microsoft.com/office/officeart/2005/8/layout/default"/>
    <dgm:cxn modelId="{10A59A8E-C6E3-4D3F-94A6-724EFCBDAA98}" srcId="{4BF96E75-EA14-44C0-B924-E9AC3ECB75EF}" destId="{3D94CEBC-4051-4AA6-A675-776E77E4BBBC}" srcOrd="2" destOrd="0" parTransId="{DBBEAEB8-602E-43CE-A918-F938B22C07A8}" sibTransId="{5C43D3D6-43C0-4728-8D4E-C010A03A8FD6}"/>
    <dgm:cxn modelId="{1CD8803C-CA49-4261-8E71-D99D2644F72C}" srcId="{4BF96E75-EA14-44C0-B924-E9AC3ECB75EF}" destId="{4A4A12F7-6994-45B2-93EE-6FAD4B48ED9B}" srcOrd="9" destOrd="0" parTransId="{E1EC9C8B-B81B-4FB4-8448-2D2EF9AA6BBD}" sibTransId="{EDB033A3-655B-4AFE-91FB-E669B42335B6}"/>
    <dgm:cxn modelId="{142D724D-CB9C-4BE8-B2EC-81B0030D82F8}" srcId="{4BF96E75-EA14-44C0-B924-E9AC3ECB75EF}" destId="{57953339-70BB-4549-BF25-9359F941A26B}" srcOrd="7" destOrd="0" parTransId="{738025AF-C592-45D5-9E55-52341993BAEF}" sibTransId="{88AB01B5-B9D8-443D-827D-1FD2E62FD1C3}"/>
    <dgm:cxn modelId="{E17B9BB3-3FD1-4E72-BE49-959F683BAB83}" srcId="{4BF96E75-EA14-44C0-B924-E9AC3ECB75EF}" destId="{6BB06EEC-FE74-4965-B795-DBBC9BF715F0}" srcOrd="10" destOrd="0" parTransId="{C60C3F59-C394-4E91-9C29-A30735B471D9}" sibTransId="{72C540FF-3245-4B52-9181-4339D71D3F78}"/>
    <dgm:cxn modelId="{382432CB-6C0C-489E-A40F-80D9FB261391}" srcId="{4BF96E75-EA14-44C0-B924-E9AC3ECB75EF}" destId="{2B61DD0C-D06C-4ADB-A422-C5D0BB570BA3}" srcOrd="4" destOrd="0" parTransId="{C9EA0E0A-A099-486E-AD3A-2CF8AE1EE855}" sibTransId="{E2AB8CF1-D288-4CBE-A887-2C79263E3E17}"/>
    <dgm:cxn modelId="{7F7F0A5A-C2F2-45F7-90CF-B8035271C2E0}" type="presOf" srcId="{29368E5B-B8C6-4E20-97B5-C5DDF1C0EA3B}" destId="{CEBC3182-BEC9-4675-B1C1-F23E20C8934A}" srcOrd="0" destOrd="0" presId="urn:microsoft.com/office/officeart/2005/8/layout/default"/>
    <dgm:cxn modelId="{8C5FA28B-30F1-443E-A78E-EB9C3F2877FC}" type="presOf" srcId="{FE4F3C95-27F5-4778-9EA9-8BCFB8B99ACC}" destId="{C53BA299-7EAF-4FB2-AAEF-999AC96AD156}" srcOrd="0" destOrd="0" presId="urn:microsoft.com/office/officeart/2005/8/layout/default"/>
    <dgm:cxn modelId="{BDABC0FF-26CE-4DE2-B152-5F901CEEA103}" type="presOf" srcId="{0289BF4F-9D80-4FC8-94B1-EC7E875DDEC8}" destId="{FD47A995-B8C1-4005-A608-2AC99005AFCB}" srcOrd="0" destOrd="0" presId="urn:microsoft.com/office/officeart/2005/8/layout/default"/>
    <dgm:cxn modelId="{DC8EC070-87C6-4864-8F48-03CB54D552B4}" type="presOf" srcId="{99F59B23-501E-4DB2-B331-60B9A1829027}" destId="{8AC1F38B-6C57-4756-AEE2-7985E067FA1F}" srcOrd="0" destOrd="0" presId="urn:microsoft.com/office/officeart/2005/8/layout/default"/>
    <dgm:cxn modelId="{489873C0-0C23-4325-A555-D3E712D8AABC}" srcId="{4BF96E75-EA14-44C0-B924-E9AC3ECB75EF}" destId="{972362DE-26F6-475B-84AC-F84F10B1F3D8}" srcOrd="0" destOrd="0" parTransId="{1943D44E-436A-4B42-A528-F79B2B7F37BA}" sibTransId="{83F37EC3-1489-4D7F-8EFE-514B8FD7B80E}"/>
    <dgm:cxn modelId="{30DFCB4A-6A98-4A22-85E4-372F072F85F3}" type="presOf" srcId="{972362DE-26F6-475B-84AC-F84F10B1F3D8}" destId="{D8B26702-D262-4FE9-ADC0-3FCFBF246E09}" srcOrd="0" destOrd="0" presId="urn:microsoft.com/office/officeart/2005/8/layout/default"/>
    <dgm:cxn modelId="{1C4A788E-A13E-439D-85D8-87C4A4257648}" srcId="{4BF96E75-EA14-44C0-B924-E9AC3ECB75EF}" destId="{6D684F25-2A98-446A-AC61-99C9237E9F2C}" srcOrd="14" destOrd="0" parTransId="{D82B158B-1D17-4011-B74B-AFB766BBA628}" sibTransId="{8911E1E6-F4CE-45BF-BB46-4FE8816E27A4}"/>
    <dgm:cxn modelId="{D1BC28C6-6F2E-4A6C-8807-649C361B17CB}" type="presOf" srcId="{3D94CEBC-4051-4AA6-A675-776E77E4BBBC}" destId="{D3353D22-3A58-409B-89F3-72407F13DA26}" srcOrd="0" destOrd="0" presId="urn:microsoft.com/office/officeart/2005/8/layout/default"/>
    <dgm:cxn modelId="{B236DF49-C984-48AA-A203-CAC63AC1E501}" type="presOf" srcId="{6D684F25-2A98-446A-AC61-99C9237E9F2C}" destId="{E49278FB-8458-4FDB-B898-73866BB78A55}" srcOrd="0" destOrd="0" presId="urn:microsoft.com/office/officeart/2005/8/layout/default"/>
    <dgm:cxn modelId="{1656FD02-7413-41E9-977F-D415DCBDE8B1}" type="presOf" srcId="{B9FEBA00-7AC7-4878-A593-E2D4CB83AF45}" destId="{851386B7-3772-4F73-A9E4-AE3DDCFA795E}" srcOrd="0" destOrd="0" presId="urn:microsoft.com/office/officeart/2005/8/layout/default"/>
    <dgm:cxn modelId="{973EDCBC-7B52-4995-A988-AC1BE9BD44FD}" type="presOf" srcId="{57953339-70BB-4549-BF25-9359F941A26B}" destId="{441A1B98-57CD-477F-A712-A724A71C0BF1}" srcOrd="0" destOrd="0" presId="urn:microsoft.com/office/officeart/2005/8/layout/default"/>
    <dgm:cxn modelId="{EF5BCFF6-8C21-48E6-A72D-F58383EF1A1B}" srcId="{4BF96E75-EA14-44C0-B924-E9AC3ECB75EF}" destId="{0289BF4F-9D80-4FC8-94B1-EC7E875DDEC8}" srcOrd="1" destOrd="0" parTransId="{1703E53F-7AB9-4A37-933D-927D7CB4F2FA}" sibTransId="{DFC11029-C5F2-4CA1-A9C8-4A303D1529E5}"/>
    <dgm:cxn modelId="{F25A4691-D313-46E7-B4BF-45AEFE19F7D0}" srcId="{4BF96E75-EA14-44C0-B924-E9AC3ECB75EF}" destId="{03C3750A-BBCA-4FEC-A8F6-4A2E50715C6A}" srcOrd="6" destOrd="0" parTransId="{2485953C-BF44-42D7-BC74-811FD6949F9B}" sibTransId="{06100524-D1CE-47D9-ACC0-D71F09D3AAE1}"/>
    <dgm:cxn modelId="{6B11E8A6-00E4-4B75-B774-51F513DCE243}" type="presOf" srcId="{0D2C5A97-84DF-4C31-963E-E927FBA8EFEE}" destId="{22639A1B-2C4E-46BE-A5C4-D0C3D62994CF}" srcOrd="0" destOrd="0" presId="urn:microsoft.com/office/officeart/2005/8/layout/default"/>
    <dgm:cxn modelId="{4459F70E-55B3-41AA-BFFA-F4E1072F512F}" type="presParOf" srcId="{F72E57DA-F3AB-435C-B918-7883B7E3E857}" destId="{D8B26702-D262-4FE9-ADC0-3FCFBF246E09}" srcOrd="0" destOrd="0" presId="urn:microsoft.com/office/officeart/2005/8/layout/default"/>
    <dgm:cxn modelId="{F1C031B2-C534-4D56-95E8-59AEB55D4780}" type="presParOf" srcId="{F72E57DA-F3AB-435C-B918-7883B7E3E857}" destId="{B1E9B37B-630C-4920-AB9E-DF0D73B3E29E}" srcOrd="1" destOrd="0" presId="urn:microsoft.com/office/officeart/2005/8/layout/default"/>
    <dgm:cxn modelId="{A53A9E43-5994-484E-ADBB-2A62A371BC04}" type="presParOf" srcId="{F72E57DA-F3AB-435C-B918-7883B7E3E857}" destId="{FD47A995-B8C1-4005-A608-2AC99005AFCB}" srcOrd="2" destOrd="0" presId="urn:microsoft.com/office/officeart/2005/8/layout/default"/>
    <dgm:cxn modelId="{C1CCE418-FCFD-4BC6-9961-363C5EFE740B}" type="presParOf" srcId="{F72E57DA-F3AB-435C-B918-7883B7E3E857}" destId="{A2B5021E-C4CB-45F3-AC7D-4BE7DFB31F87}" srcOrd="3" destOrd="0" presId="urn:microsoft.com/office/officeart/2005/8/layout/default"/>
    <dgm:cxn modelId="{0F43D7CD-3264-4736-A5C6-57281B9D2E68}" type="presParOf" srcId="{F72E57DA-F3AB-435C-B918-7883B7E3E857}" destId="{D3353D22-3A58-409B-89F3-72407F13DA26}" srcOrd="4" destOrd="0" presId="urn:microsoft.com/office/officeart/2005/8/layout/default"/>
    <dgm:cxn modelId="{D97DBB27-77F8-408B-8473-FE192F6EC783}" type="presParOf" srcId="{F72E57DA-F3AB-435C-B918-7883B7E3E857}" destId="{480F3BBA-12A9-46F2-ADD6-79B10EAA2D5A}" srcOrd="5" destOrd="0" presId="urn:microsoft.com/office/officeart/2005/8/layout/default"/>
    <dgm:cxn modelId="{F2685B2A-11A9-4EC3-99D5-D0A8172074A5}" type="presParOf" srcId="{F72E57DA-F3AB-435C-B918-7883B7E3E857}" destId="{C53BA299-7EAF-4FB2-AAEF-999AC96AD156}" srcOrd="6" destOrd="0" presId="urn:microsoft.com/office/officeart/2005/8/layout/default"/>
    <dgm:cxn modelId="{54517190-E73B-48CC-8481-682A56A0BF15}" type="presParOf" srcId="{F72E57DA-F3AB-435C-B918-7883B7E3E857}" destId="{C542F13B-2CA8-4200-B764-285CF408A7DE}" srcOrd="7" destOrd="0" presId="urn:microsoft.com/office/officeart/2005/8/layout/default"/>
    <dgm:cxn modelId="{088B595A-6B77-48CB-9320-72DD8F401759}" type="presParOf" srcId="{F72E57DA-F3AB-435C-B918-7883B7E3E857}" destId="{93CA3A2B-C86A-4B5D-BDDC-850991B5D03C}" srcOrd="8" destOrd="0" presId="urn:microsoft.com/office/officeart/2005/8/layout/default"/>
    <dgm:cxn modelId="{14C14514-91D3-4045-A2F8-9E30F9359749}" type="presParOf" srcId="{F72E57DA-F3AB-435C-B918-7883B7E3E857}" destId="{81B1B8E3-5E62-4BB6-8E1C-7A0578989F9F}" srcOrd="9" destOrd="0" presId="urn:microsoft.com/office/officeart/2005/8/layout/default"/>
    <dgm:cxn modelId="{0458769F-E935-4184-8A54-25134F717ECC}" type="presParOf" srcId="{F72E57DA-F3AB-435C-B918-7883B7E3E857}" destId="{851386B7-3772-4F73-A9E4-AE3DDCFA795E}" srcOrd="10" destOrd="0" presId="urn:microsoft.com/office/officeart/2005/8/layout/default"/>
    <dgm:cxn modelId="{6EB55068-5716-4125-B7E1-06DFD6EC9CE2}" type="presParOf" srcId="{F72E57DA-F3AB-435C-B918-7883B7E3E857}" destId="{8F076E2C-53F1-4966-9AC1-1965265C38D3}" srcOrd="11" destOrd="0" presId="urn:microsoft.com/office/officeart/2005/8/layout/default"/>
    <dgm:cxn modelId="{ECE16406-F11A-4952-BE1C-2A66AF524FB3}" type="presParOf" srcId="{F72E57DA-F3AB-435C-B918-7883B7E3E857}" destId="{23275AE8-FD5E-487C-8786-AEF094ABDF95}" srcOrd="12" destOrd="0" presId="urn:microsoft.com/office/officeart/2005/8/layout/default"/>
    <dgm:cxn modelId="{CA69CE86-5FEB-4EB5-BC1F-FBC60C8A00F9}" type="presParOf" srcId="{F72E57DA-F3AB-435C-B918-7883B7E3E857}" destId="{18F58073-4F67-49C3-B122-55648DB25852}" srcOrd="13" destOrd="0" presId="urn:microsoft.com/office/officeart/2005/8/layout/default"/>
    <dgm:cxn modelId="{387D9988-8257-4BD0-875E-A1A99E14D4A2}" type="presParOf" srcId="{F72E57DA-F3AB-435C-B918-7883B7E3E857}" destId="{441A1B98-57CD-477F-A712-A724A71C0BF1}" srcOrd="14" destOrd="0" presId="urn:microsoft.com/office/officeart/2005/8/layout/default"/>
    <dgm:cxn modelId="{716AD9F4-6177-4329-A740-3C68C5A4308A}" type="presParOf" srcId="{F72E57DA-F3AB-435C-B918-7883B7E3E857}" destId="{C84B823C-BFC6-4DAB-938D-F879B29B2CC8}" srcOrd="15" destOrd="0" presId="urn:microsoft.com/office/officeart/2005/8/layout/default"/>
    <dgm:cxn modelId="{D85682B5-68AE-43C4-B2FE-1889E1E62990}" type="presParOf" srcId="{F72E57DA-F3AB-435C-B918-7883B7E3E857}" destId="{8AC1F38B-6C57-4756-AEE2-7985E067FA1F}" srcOrd="16" destOrd="0" presId="urn:microsoft.com/office/officeart/2005/8/layout/default"/>
    <dgm:cxn modelId="{4ECA56B4-04E2-47B0-9F01-B7E946D5F561}" type="presParOf" srcId="{F72E57DA-F3AB-435C-B918-7883B7E3E857}" destId="{7B5A3585-53BC-46F1-888B-7AC8ADAD963E}" srcOrd="17" destOrd="0" presId="urn:microsoft.com/office/officeart/2005/8/layout/default"/>
    <dgm:cxn modelId="{42B4352E-E38D-48DF-8802-8083DC090F1C}" type="presParOf" srcId="{F72E57DA-F3AB-435C-B918-7883B7E3E857}" destId="{EF05F2E4-577F-42CB-88DE-454F363A6932}" srcOrd="18" destOrd="0" presId="urn:microsoft.com/office/officeart/2005/8/layout/default"/>
    <dgm:cxn modelId="{3D2432CA-FED7-46E8-B845-2113989E5C39}" type="presParOf" srcId="{F72E57DA-F3AB-435C-B918-7883B7E3E857}" destId="{2AE2BA20-F4EA-4AEA-AB44-20627F1477C4}" srcOrd="19" destOrd="0" presId="urn:microsoft.com/office/officeart/2005/8/layout/default"/>
    <dgm:cxn modelId="{77B7801E-11AC-4776-A0F1-3B11BD6F5178}" type="presParOf" srcId="{F72E57DA-F3AB-435C-B918-7883B7E3E857}" destId="{E4FE7170-A4F4-473F-A5F5-F1355F6D530D}" srcOrd="20" destOrd="0" presId="urn:microsoft.com/office/officeart/2005/8/layout/default"/>
    <dgm:cxn modelId="{6434CB35-C427-46AA-B33C-DAB7FD2B53AE}" type="presParOf" srcId="{F72E57DA-F3AB-435C-B918-7883B7E3E857}" destId="{A19DC8B4-D417-49AB-A65E-21391DD4DC97}" srcOrd="21" destOrd="0" presId="urn:microsoft.com/office/officeart/2005/8/layout/default"/>
    <dgm:cxn modelId="{8E638EB2-0C2A-46B7-BD54-A8A97349243E}" type="presParOf" srcId="{F72E57DA-F3AB-435C-B918-7883B7E3E857}" destId="{3A722B7C-94AE-4B48-A712-D772CD323BD9}" srcOrd="22" destOrd="0" presId="urn:microsoft.com/office/officeart/2005/8/layout/default"/>
    <dgm:cxn modelId="{A4D77D08-86FD-4394-B699-CC3CF60473AD}" type="presParOf" srcId="{F72E57DA-F3AB-435C-B918-7883B7E3E857}" destId="{C601932A-FE61-4DCD-8467-B13360ED3166}" srcOrd="23" destOrd="0" presId="urn:microsoft.com/office/officeart/2005/8/layout/default"/>
    <dgm:cxn modelId="{57456A82-9E2F-4540-B355-7A940412C663}" type="presParOf" srcId="{F72E57DA-F3AB-435C-B918-7883B7E3E857}" destId="{CEBC3182-BEC9-4675-B1C1-F23E20C8934A}" srcOrd="24" destOrd="0" presId="urn:microsoft.com/office/officeart/2005/8/layout/default"/>
    <dgm:cxn modelId="{B56307C3-A61D-458C-86BB-15FBB4C5F2B3}" type="presParOf" srcId="{F72E57DA-F3AB-435C-B918-7883B7E3E857}" destId="{C2B5EFBE-591D-4CD7-826D-37ABB85A1DA9}" srcOrd="25" destOrd="0" presId="urn:microsoft.com/office/officeart/2005/8/layout/default"/>
    <dgm:cxn modelId="{AA463F69-E089-42ED-A6CE-74EF48D746F9}" type="presParOf" srcId="{F72E57DA-F3AB-435C-B918-7883B7E3E857}" destId="{22639A1B-2C4E-46BE-A5C4-D0C3D62994CF}" srcOrd="26" destOrd="0" presId="urn:microsoft.com/office/officeart/2005/8/layout/default"/>
    <dgm:cxn modelId="{F15C5C60-7257-430A-8E57-1DF8E51ECD41}" type="presParOf" srcId="{F72E57DA-F3AB-435C-B918-7883B7E3E857}" destId="{ED70CF59-44B6-4405-BD75-59B809E4A7CF}" srcOrd="27" destOrd="0" presId="urn:microsoft.com/office/officeart/2005/8/layout/default"/>
    <dgm:cxn modelId="{E739D8D7-246E-486A-9DD5-5A874383B44C}" type="presParOf" srcId="{F72E57DA-F3AB-435C-B918-7883B7E3E857}" destId="{E49278FB-8458-4FDB-B898-73866BB78A55}" srcOrd="2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86AEDFD-D1E5-4774-A50B-33F937C38153}" type="doc">
      <dgm:prSet loTypeId="urn:microsoft.com/office/officeart/2005/8/layout/vList3" loCatId="list" qsTypeId="urn:microsoft.com/office/officeart/2005/8/quickstyle/3d3" qsCatId="3D" csTypeId="urn:microsoft.com/office/officeart/2005/8/colors/colorful4" csCatId="colorful" phldr="1"/>
      <dgm:spPr/>
    </dgm:pt>
    <dgm:pt modelId="{BB1E553A-28DD-470B-A7E2-5011C1CBF651}">
      <dgm:prSet phldrT="[Текст]" custT="1"/>
      <dgm:spPr/>
      <dgm:t>
        <a:bodyPr/>
        <a:lstStyle/>
        <a:p>
          <a:r>
            <a:rPr lang="ru-RU" sz="1600" dirty="0" smtClean="0"/>
            <a:t>Контроль за эпизоотической ситуацией в режиме </a:t>
          </a:r>
          <a:r>
            <a:rPr lang="en-US" sz="1600" dirty="0" smtClean="0"/>
            <a:t>on-line</a:t>
          </a:r>
          <a:r>
            <a:rPr lang="ru-RU" sz="1600" dirty="0" smtClean="0"/>
            <a:t>!</a:t>
          </a:r>
          <a:endParaRPr lang="ru-RU" sz="1600" dirty="0"/>
        </a:p>
      </dgm:t>
    </dgm:pt>
    <dgm:pt modelId="{8D19AA07-CED7-4334-B286-185EE853AFC4}" type="parTrans" cxnId="{938D5C85-F88E-4834-8B94-B3046DBD807B}">
      <dgm:prSet/>
      <dgm:spPr/>
      <dgm:t>
        <a:bodyPr/>
        <a:lstStyle/>
        <a:p>
          <a:endParaRPr lang="ru-RU" sz="1600"/>
        </a:p>
      </dgm:t>
    </dgm:pt>
    <dgm:pt modelId="{D2BCFA77-C4D0-4D1D-9B46-BA32E043533B}" type="sibTrans" cxnId="{938D5C85-F88E-4834-8B94-B3046DBD807B}">
      <dgm:prSet/>
      <dgm:spPr/>
      <dgm:t>
        <a:bodyPr/>
        <a:lstStyle/>
        <a:p>
          <a:endParaRPr lang="ru-RU" sz="1600"/>
        </a:p>
      </dgm:t>
    </dgm:pt>
    <dgm:pt modelId="{DA474D2F-99A9-454D-BC30-EF3D1C8C39DB}">
      <dgm:prSet phldrT="[Текст]" custT="1"/>
      <dgm:spPr/>
      <dgm:t>
        <a:bodyPr/>
        <a:lstStyle/>
        <a:p>
          <a:r>
            <a:rPr lang="ru-RU" sz="1600" dirty="0" smtClean="0"/>
            <a:t>Экономия времени работников на ведения журнала, формирования первичных документов и отчетов!</a:t>
          </a:r>
          <a:endParaRPr lang="ru-RU" sz="1600" dirty="0"/>
        </a:p>
      </dgm:t>
    </dgm:pt>
    <dgm:pt modelId="{3117036A-A13A-4402-9C1B-738A84DAEA33}" type="parTrans" cxnId="{166D6BA4-56B3-424F-B772-D1E444449C1A}">
      <dgm:prSet/>
      <dgm:spPr/>
      <dgm:t>
        <a:bodyPr/>
        <a:lstStyle/>
        <a:p>
          <a:endParaRPr lang="ru-RU" sz="1600"/>
        </a:p>
      </dgm:t>
    </dgm:pt>
    <dgm:pt modelId="{DD9A9CEF-E5DD-4677-A3D5-598B373F574F}" type="sibTrans" cxnId="{166D6BA4-56B3-424F-B772-D1E444449C1A}">
      <dgm:prSet/>
      <dgm:spPr/>
      <dgm:t>
        <a:bodyPr/>
        <a:lstStyle/>
        <a:p>
          <a:endParaRPr lang="ru-RU" sz="1600"/>
        </a:p>
      </dgm:t>
    </dgm:pt>
    <dgm:pt modelId="{96C9E856-DA2A-4767-B7F5-A7CBD4544CC1}">
      <dgm:prSet phldrT="[Текст]" custT="1"/>
      <dgm:spPr/>
      <dgm:t>
        <a:bodyPr/>
        <a:lstStyle/>
        <a:p>
          <a:r>
            <a:rPr lang="ru-RU" sz="1600" dirty="0" smtClean="0"/>
            <a:t>Повышения качества проводимой работы сотрудником лаборатории!</a:t>
          </a:r>
        </a:p>
      </dgm:t>
    </dgm:pt>
    <dgm:pt modelId="{EDFB37B1-DD38-4837-81A6-63037B77692B}" type="parTrans" cxnId="{45E127E9-E08A-4A49-84F5-FAA7AAFB0E20}">
      <dgm:prSet/>
      <dgm:spPr/>
      <dgm:t>
        <a:bodyPr/>
        <a:lstStyle/>
        <a:p>
          <a:endParaRPr lang="ru-RU" sz="1600"/>
        </a:p>
      </dgm:t>
    </dgm:pt>
    <dgm:pt modelId="{DD332956-E424-4C70-A886-92B9EA27F690}" type="sibTrans" cxnId="{45E127E9-E08A-4A49-84F5-FAA7AAFB0E20}">
      <dgm:prSet/>
      <dgm:spPr/>
      <dgm:t>
        <a:bodyPr/>
        <a:lstStyle/>
        <a:p>
          <a:endParaRPr lang="ru-RU" sz="1600"/>
        </a:p>
      </dgm:t>
    </dgm:pt>
    <dgm:pt modelId="{A2256D06-E572-4D1D-ABA7-464C7EA092CD}">
      <dgm:prSet custT="1"/>
      <dgm:spPr/>
      <dgm:t>
        <a:bodyPr/>
        <a:lstStyle/>
        <a:p>
          <a:r>
            <a:rPr lang="ru-RU" sz="1600" dirty="0" smtClean="0"/>
            <a:t>Повышения эффективности работы учреждения!</a:t>
          </a:r>
          <a:endParaRPr lang="ru-RU" sz="1600" dirty="0"/>
        </a:p>
      </dgm:t>
    </dgm:pt>
    <dgm:pt modelId="{531C7F15-DE93-429A-BD1E-55A4289363DD}" type="parTrans" cxnId="{41EF2007-8570-4EC8-8131-BF12209BAB42}">
      <dgm:prSet/>
      <dgm:spPr/>
      <dgm:t>
        <a:bodyPr/>
        <a:lstStyle/>
        <a:p>
          <a:endParaRPr lang="ru-RU" sz="1600"/>
        </a:p>
      </dgm:t>
    </dgm:pt>
    <dgm:pt modelId="{577501C9-54D1-4208-9F3C-1090E6F658B6}" type="sibTrans" cxnId="{41EF2007-8570-4EC8-8131-BF12209BAB42}">
      <dgm:prSet/>
      <dgm:spPr/>
      <dgm:t>
        <a:bodyPr/>
        <a:lstStyle/>
        <a:p>
          <a:endParaRPr lang="ru-RU" sz="1600"/>
        </a:p>
      </dgm:t>
    </dgm:pt>
    <dgm:pt modelId="{2161F0F6-6532-4373-B1EC-FDBB779CA83A}" type="pres">
      <dgm:prSet presAssocID="{886AEDFD-D1E5-4774-A50B-33F937C38153}" presName="linearFlow" presStyleCnt="0">
        <dgm:presLayoutVars>
          <dgm:dir/>
          <dgm:resizeHandles val="exact"/>
        </dgm:presLayoutVars>
      </dgm:prSet>
      <dgm:spPr/>
    </dgm:pt>
    <dgm:pt modelId="{04122BBD-8A1A-42C2-9B66-4B78680EBE8C}" type="pres">
      <dgm:prSet presAssocID="{BB1E553A-28DD-470B-A7E2-5011C1CBF651}" presName="composite" presStyleCnt="0"/>
      <dgm:spPr/>
    </dgm:pt>
    <dgm:pt modelId="{D77BF061-D0B3-4F2F-A9E4-E0CA24C47B93}" type="pres">
      <dgm:prSet presAssocID="{BB1E553A-28DD-470B-A7E2-5011C1CBF651}" presName="imgShp" presStyleLbl="fgImgPlace1" presStyleIdx="0" presStyleCnt="4" custLinFactNeighborX="-1588" custLinFactNeighborY="2878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9000" r="-29000"/>
          </a:stretch>
        </a:blipFill>
      </dgm:spPr>
    </dgm:pt>
    <dgm:pt modelId="{469F1BED-C2E0-4AF7-B855-536690912468}" type="pres">
      <dgm:prSet presAssocID="{BB1E553A-28DD-470B-A7E2-5011C1CBF651}" presName="txShp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B54BD71-18E7-4AC6-84A4-FB2536ECCDB2}" type="pres">
      <dgm:prSet presAssocID="{D2BCFA77-C4D0-4D1D-9B46-BA32E043533B}" presName="spacing" presStyleCnt="0"/>
      <dgm:spPr/>
    </dgm:pt>
    <dgm:pt modelId="{E87BC4AC-8722-4C31-A395-FB79AA971C5C}" type="pres">
      <dgm:prSet presAssocID="{DA474D2F-99A9-454D-BC30-EF3D1C8C39DB}" presName="composite" presStyleCnt="0"/>
      <dgm:spPr/>
    </dgm:pt>
    <dgm:pt modelId="{D944E4F9-A4DE-4581-9058-BC7006F7DC54}" type="pres">
      <dgm:prSet presAssocID="{DA474D2F-99A9-454D-BC30-EF3D1C8C39DB}" presName="imgShp" presStyleLbl="fgImgPlace1" presStyleIdx="1" presStyleCnt="4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13087393-398B-4E18-8A85-514F01D497B3}" type="pres">
      <dgm:prSet presAssocID="{DA474D2F-99A9-454D-BC30-EF3D1C8C39DB}" presName="txShp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777964E-7335-49BB-AF5C-9992E70B5F28}" type="pres">
      <dgm:prSet presAssocID="{DD9A9CEF-E5DD-4677-A3D5-598B373F574F}" presName="spacing" presStyleCnt="0"/>
      <dgm:spPr/>
    </dgm:pt>
    <dgm:pt modelId="{5CEB100C-09B4-4883-A1CD-ACD6124070ED}" type="pres">
      <dgm:prSet presAssocID="{96C9E856-DA2A-4767-B7F5-A7CBD4544CC1}" presName="composite" presStyleCnt="0"/>
      <dgm:spPr/>
    </dgm:pt>
    <dgm:pt modelId="{8BC3B55C-07DF-4905-909D-486E6F1EDBAE}" type="pres">
      <dgm:prSet presAssocID="{96C9E856-DA2A-4767-B7F5-A7CBD4544CC1}" presName="imgShp" presStyleLbl="fgImgPlace1" presStyleIdx="2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7000" b="-17000"/>
          </a:stretch>
        </a:blipFill>
      </dgm:spPr>
    </dgm:pt>
    <dgm:pt modelId="{932C24FD-30B8-4E89-9DBC-C352CD19F1B6}" type="pres">
      <dgm:prSet presAssocID="{96C9E856-DA2A-4767-B7F5-A7CBD4544CC1}" presName="txShp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7DCF499-9842-4086-A3F8-48D6D7E0DA24}" type="pres">
      <dgm:prSet presAssocID="{DD332956-E424-4C70-A886-92B9EA27F690}" presName="spacing" presStyleCnt="0"/>
      <dgm:spPr/>
    </dgm:pt>
    <dgm:pt modelId="{54F4076D-AD20-4CA9-A7FA-C0B5AD43622B}" type="pres">
      <dgm:prSet presAssocID="{A2256D06-E572-4D1D-ABA7-464C7EA092CD}" presName="composite" presStyleCnt="0"/>
      <dgm:spPr/>
    </dgm:pt>
    <dgm:pt modelId="{E1B3ED34-AB9E-4991-B395-9565CD360C3C}" type="pres">
      <dgm:prSet presAssocID="{A2256D06-E572-4D1D-ABA7-464C7EA092CD}" presName="imgShp" presStyleLbl="fgImgPlace1" presStyleIdx="3" presStyleCnt="4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</dgm:spPr>
    </dgm:pt>
    <dgm:pt modelId="{4BF602AF-1071-4E34-8E85-CE753B955D3C}" type="pres">
      <dgm:prSet presAssocID="{A2256D06-E572-4D1D-ABA7-464C7EA092CD}" presName="txShp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D1872E2D-D509-41AA-99E0-E91A6F4C96FE}" type="presOf" srcId="{A2256D06-E572-4D1D-ABA7-464C7EA092CD}" destId="{4BF602AF-1071-4E34-8E85-CE753B955D3C}" srcOrd="0" destOrd="0" presId="urn:microsoft.com/office/officeart/2005/8/layout/vList3"/>
    <dgm:cxn modelId="{7E072D02-C16C-4E31-928B-939C0459E875}" type="presOf" srcId="{886AEDFD-D1E5-4774-A50B-33F937C38153}" destId="{2161F0F6-6532-4373-B1EC-FDBB779CA83A}" srcOrd="0" destOrd="0" presId="urn:microsoft.com/office/officeart/2005/8/layout/vList3"/>
    <dgm:cxn modelId="{612CF279-CAD6-4AB8-BBDC-4477F96C6F4A}" type="presOf" srcId="{96C9E856-DA2A-4767-B7F5-A7CBD4544CC1}" destId="{932C24FD-30B8-4E89-9DBC-C352CD19F1B6}" srcOrd="0" destOrd="0" presId="urn:microsoft.com/office/officeart/2005/8/layout/vList3"/>
    <dgm:cxn modelId="{AFDFF6C4-8208-43D7-B076-B1904CB07A09}" type="presOf" srcId="{DA474D2F-99A9-454D-BC30-EF3D1C8C39DB}" destId="{13087393-398B-4E18-8A85-514F01D497B3}" srcOrd="0" destOrd="0" presId="urn:microsoft.com/office/officeart/2005/8/layout/vList3"/>
    <dgm:cxn modelId="{166D6BA4-56B3-424F-B772-D1E444449C1A}" srcId="{886AEDFD-D1E5-4774-A50B-33F937C38153}" destId="{DA474D2F-99A9-454D-BC30-EF3D1C8C39DB}" srcOrd="1" destOrd="0" parTransId="{3117036A-A13A-4402-9C1B-738A84DAEA33}" sibTransId="{DD9A9CEF-E5DD-4677-A3D5-598B373F574F}"/>
    <dgm:cxn modelId="{41EF2007-8570-4EC8-8131-BF12209BAB42}" srcId="{886AEDFD-D1E5-4774-A50B-33F937C38153}" destId="{A2256D06-E572-4D1D-ABA7-464C7EA092CD}" srcOrd="3" destOrd="0" parTransId="{531C7F15-DE93-429A-BD1E-55A4289363DD}" sibTransId="{577501C9-54D1-4208-9F3C-1090E6F658B6}"/>
    <dgm:cxn modelId="{938D5C85-F88E-4834-8B94-B3046DBD807B}" srcId="{886AEDFD-D1E5-4774-A50B-33F937C38153}" destId="{BB1E553A-28DD-470B-A7E2-5011C1CBF651}" srcOrd="0" destOrd="0" parTransId="{8D19AA07-CED7-4334-B286-185EE853AFC4}" sibTransId="{D2BCFA77-C4D0-4D1D-9B46-BA32E043533B}"/>
    <dgm:cxn modelId="{311E4079-1D7C-4EF0-B943-7701947D45E9}" type="presOf" srcId="{BB1E553A-28DD-470B-A7E2-5011C1CBF651}" destId="{469F1BED-C2E0-4AF7-B855-536690912468}" srcOrd="0" destOrd="0" presId="urn:microsoft.com/office/officeart/2005/8/layout/vList3"/>
    <dgm:cxn modelId="{45E127E9-E08A-4A49-84F5-FAA7AAFB0E20}" srcId="{886AEDFD-D1E5-4774-A50B-33F937C38153}" destId="{96C9E856-DA2A-4767-B7F5-A7CBD4544CC1}" srcOrd="2" destOrd="0" parTransId="{EDFB37B1-DD38-4837-81A6-63037B77692B}" sibTransId="{DD332956-E424-4C70-A886-92B9EA27F690}"/>
    <dgm:cxn modelId="{13BD2E19-4FE8-4CC5-BDE2-10900916E10A}" type="presParOf" srcId="{2161F0F6-6532-4373-B1EC-FDBB779CA83A}" destId="{04122BBD-8A1A-42C2-9B66-4B78680EBE8C}" srcOrd="0" destOrd="0" presId="urn:microsoft.com/office/officeart/2005/8/layout/vList3"/>
    <dgm:cxn modelId="{1DF85CBA-7B77-41C1-9238-BFA9E7FB5DDD}" type="presParOf" srcId="{04122BBD-8A1A-42C2-9B66-4B78680EBE8C}" destId="{D77BF061-D0B3-4F2F-A9E4-E0CA24C47B93}" srcOrd="0" destOrd="0" presId="urn:microsoft.com/office/officeart/2005/8/layout/vList3"/>
    <dgm:cxn modelId="{5CB4852D-9F43-474E-9E05-DDEE31E3C481}" type="presParOf" srcId="{04122BBD-8A1A-42C2-9B66-4B78680EBE8C}" destId="{469F1BED-C2E0-4AF7-B855-536690912468}" srcOrd="1" destOrd="0" presId="urn:microsoft.com/office/officeart/2005/8/layout/vList3"/>
    <dgm:cxn modelId="{FE33736C-93E1-4B69-A0A6-E6376BF98AEA}" type="presParOf" srcId="{2161F0F6-6532-4373-B1EC-FDBB779CA83A}" destId="{3B54BD71-18E7-4AC6-84A4-FB2536ECCDB2}" srcOrd="1" destOrd="0" presId="urn:microsoft.com/office/officeart/2005/8/layout/vList3"/>
    <dgm:cxn modelId="{6BD414B3-1CFD-4B78-BC4D-5B2DE67A7494}" type="presParOf" srcId="{2161F0F6-6532-4373-B1EC-FDBB779CA83A}" destId="{E87BC4AC-8722-4C31-A395-FB79AA971C5C}" srcOrd="2" destOrd="0" presId="urn:microsoft.com/office/officeart/2005/8/layout/vList3"/>
    <dgm:cxn modelId="{693BE7B3-DF10-46D1-A0AF-F232EE1ECFEC}" type="presParOf" srcId="{E87BC4AC-8722-4C31-A395-FB79AA971C5C}" destId="{D944E4F9-A4DE-4581-9058-BC7006F7DC54}" srcOrd="0" destOrd="0" presId="urn:microsoft.com/office/officeart/2005/8/layout/vList3"/>
    <dgm:cxn modelId="{1E4DD144-8C73-462B-B9D7-B487D218D6C5}" type="presParOf" srcId="{E87BC4AC-8722-4C31-A395-FB79AA971C5C}" destId="{13087393-398B-4E18-8A85-514F01D497B3}" srcOrd="1" destOrd="0" presId="urn:microsoft.com/office/officeart/2005/8/layout/vList3"/>
    <dgm:cxn modelId="{12956667-2ADD-47F0-9A8D-61E6928F4CD4}" type="presParOf" srcId="{2161F0F6-6532-4373-B1EC-FDBB779CA83A}" destId="{A777964E-7335-49BB-AF5C-9992E70B5F28}" srcOrd="3" destOrd="0" presId="urn:microsoft.com/office/officeart/2005/8/layout/vList3"/>
    <dgm:cxn modelId="{18179D58-125E-4A09-B798-533951817C79}" type="presParOf" srcId="{2161F0F6-6532-4373-B1EC-FDBB779CA83A}" destId="{5CEB100C-09B4-4883-A1CD-ACD6124070ED}" srcOrd="4" destOrd="0" presId="urn:microsoft.com/office/officeart/2005/8/layout/vList3"/>
    <dgm:cxn modelId="{07F316F6-3D0A-4A0B-928C-1BAB3FA4F9F5}" type="presParOf" srcId="{5CEB100C-09B4-4883-A1CD-ACD6124070ED}" destId="{8BC3B55C-07DF-4905-909D-486E6F1EDBAE}" srcOrd="0" destOrd="0" presId="urn:microsoft.com/office/officeart/2005/8/layout/vList3"/>
    <dgm:cxn modelId="{F2657966-C943-4EA9-A194-2BCFF9D911D7}" type="presParOf" srcId="{5CEB100C-09B4-4883-A1CD-ACD6124070ED}" destId="{932C24FD-30B8-4E89-9DBC-C352CD19F1B6}" srcOrd="1" destOrd="0" presId="urn:microsoft.com/office/officeart/2005/8/layout/vList3"/>
    <dgm:cxn modelId="{87595E72-17BF-4261-B37F-A7E4B7F0163C}" type="presParOf" srcId="{2161F0F6-6532-4373-B1EC-FDBB779CA83A}" destId="{37DCF499-9842-4086-A3F8-48D6D7E0DA24}" srcOrd="5" destOrd="0" presId="urn:microsoft.com/office/officeart/2005/8/layout/vList3"/>
    <dgm:cxn modelId="{D1DEF77B-AA71-4C94-A016-75A86952407B}" type="presParOf" srcId="{2161F0F6-6532-4373-B1EC-FDBB779CA83A}" destId="{54F4076D-AD20-4CA9-A7FA-C0B5AD43622B}" srcOrd="6" destOrd="0" presId="urn:microsoft.com/office/officeart/2005/8/layout/vList3"/>
    <dgm:cxn modelId="{5EB6F705-59FF-4DAE-B60E-ABF28C13E230}" type="presParOf" srcId="{54F4076D-AD20-4CA9-A7FA-C0B5AD43622B}" destId="{E1B3ED34-AB9E-4991-B395-9565CD360C3C}" srcOrd="0" destOrd="0" presId="urn:microsoft.com/office/officeart/2005/8/layout/vList3"/>
    <dgm:cxn modelId="{F2BED070-2FD5-45CE-9E1F-6978F1721BBC}" type="presParOf" srcId="{54F4076D-AD20-4CA9-A7FA-C0B5AD43622B}" destId="{4BF602AF-1071-4E34-8E85-CE753B955D3C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AE2DC3-6A45-4481-A98C-D7EF72FB2496}">
      <dsp:nvSpPr>
        <dsp:cNvPr id="0" name=""/>
        <dsp:cNvSpPr/>
      </dsp:nvSpPr>
      <dsp:spPr>
        <a:xfrm>
          <a:off x="3048000" y="1914979"/>
          <a:ext cx="2156482" cy="30415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7020"/>
              </a:lnTo>
              <a:lnTo>
                <a:pt x="2156482" y="117020"/>
              </a:lnTo>
              <a:lnTo>
                <a:pt x="2156482" y="304153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3E934A0-4191-4058-B84D-579F4D7B7C72}">
      <dsp:nvSpPr>
        <dsp:cNvPr id="0" name=""/>
        <dsp:cNvSpPr/>
      </dsp:nvSpPr>
      <dsp:spPr>
        <a:xfrm>
          <a:off x="3002280" y="1914979"/>
          <a:ext cx="91440" cy="30415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04153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771D8FF-A615-4FA3-93F2-5820AAEED992}">
      <dsp:nvSpPr>
        <dsp:cNvPr id="0" name=""/>
        <dsp:cNvSpPr/>
      </dsp:nvSpPr>
      <dsp:spPr>
        <a:xfrm>
          <a:off x="891517" y="1914979"/>
          <a:ext cx="2156482" cy="304153"/>
        </a:xfrm>
        <a:custGeom>
          <a:avLst/>
          <a:gdLst/>
          <a:ahLst/>
          <a:cxnLst/>
          <a:rect l="0" t="0" r="0" b="0"/>
          <a:pathLst>
            <a:path>
              <a:moveTo>
                <a:pt x="2156482" y="0"/>
              </a:moveTo>
              <a:lnTo>
                <a:pt x="2156482" y="117020"/>
              </a:lnTo>
              <a:lnTo>
                <a:pt x="0" y="117020"/>
              </a:lnTo>
              <a:lnTo>
                <a:pt x="0" y="304153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3976605-46CE-4FF3-AB57-E94DE9273D35}">
      <dsp:nvSpPr>
        <dsp:cNvPr id="0" name=""/>
        <dsp:cNvSpPr/>
      </dsp:nvSpPr>
      <dsp:spPr>
        <a:xfrm>
          <a:off x="2156891" y="1023871"/>
          <a:ext cx="1782216" cy="89110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900" kern="1200" dirty="0" smtClean="0"/>
            <a:t>Единожды введённая информация</a:t>
          </a:r>
          <a:endParaRPr lang="ru-RU" sz="1900" kern="1200" dirty="0"/>
        </a:p>
      </dsp:txBody>
      <dsp:txXfrm>
        <a:off x="2156891" y="1023871"/>
        <a:ext cx="1782216" cy="891108"/>
      </dsp:txXfrm>
    </dsp:sp>
    <dsp:sp modelId="{300D703B-078F-41E5-87DD-348F15CE74A2}">
      <dsp:nvSpPr>
        <dsp:cNvPr id="0" name=""/>
        <dsp:cNvSpPr/>
      </dsp:nvSpPr>
      <dsp:spPr>
        <a:xfrm>
          <a:off x="409" y="2219132"/>
          <a:ext cx="1782216" cy="891108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900" kern="1200" dirty="0" smtClean="0"/>
            <a:t>Ведение учета</a:t>
          </a:r>
          <a:endParaRPr lang="ru-RU" sz="1900" kern="1200" dirty="0"/>
        </a:p>
      </dsp:txBody>
      <dsp:txXfrm>
        <a:off x="409" y="2219132"/>
        <a:ext cx="1782216" cy="891108"/>
      </dsp:txXfrm>
    </dsp:sp>
    <dsp:sp modelId="{5B65F2C4-70D6-4FC8-9A35-41E5A1D3DF6D}">
      <dsp:nvSpPr>
        <dsp:cNvPr id="0" name=""/>
        <dsp:cNvSpPr/>
      </dsp:nvSpPr>
      <dsp:spPr>
        <a:xfrm>
          <a:off x="2156891" y="2219132"/>
          <a:ext cx="1782216" cy="891108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900" kern="1200" dirty="0" smtClean="0"/>
            <a:t>Формирование первичных документов</a:t>
          </a:r>
          <a:endParaRPr lang="ru-RU" sz="1900" kern="1200" dirty="0"/>
        </a:p>
      </dsp:txBody>
      <dsp:txXfrm>
        <a:off x="2156891" y="2219132"/>
        <a:ext cx="1782216" cy="891108"/>
      </dsp:txXfrm>
    </dsp:sp>
    <dsp:sp modelId="{A52BEDB0-7C79-45DA-9066-51C3C109AE08}">
      <dsp:nvSpPr>
        <dsp:cNvPr id="0" name=""/>
        <dsp:cNvSpPr/>
      </dsp:nvSpPr>
      <dsp:spPr>
        <a:xfrm>
          <a:off x="4313373" y="2219132"/>
          <a:ext cx="1782216" cy="891108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900" kern="1200" dirty="0" smtClean="0"/>
            <a:t>Создание отчетов</a:t>
          </a:r>
          <a:endParaRPr lang="ru-RU" sz="1900" kern="1200" dirty="0"/>
        </a:p>
      </dsp:txBody>
      <dsp:txXfrm>
        <a:off x="4313373" y="2219132"/>
        <a:ext cx="1782216" cy="89110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01278C-DB32-4D15-BEAB-0243B9EB8DEA}">
      <dsp:nvSpPr>
        <dsp:cNvPr id="0" name=""/>
        <dsp:cNvSpPr/>
      </dsp:nvSpPr>
      <dsp:spPr>
        <a:xfrm>
          <a:off x="1390687" y="-52275"/>
          <a:ext cx="3979296" cy="3979296"/>
        </a:xfrm>
        <a:prstGeom prst="circularArrow">
          <a:avLst>
            <a:gd name="adj1" fmla="val 5544"/>
            <a:gd name="adj2" fmla="val 330680"/>
            <a:gd name="adj3" fmla="val 14526595"/>
            <a:gd name="adj4" fmla="val 16944047"/>
            <a:gd name="adj5" fmla="val 5757"/>
          </a:avLst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prstMaterial="plastic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D96026-1917-4E13-8DC7-362CF0BB3226}">
      <dsp:nvSpPr>
        <dsp:cNvPr id="0" name=""/>
        <dsp:cNvSpPr/>
      </dsp:nvSpPr>
      <dsp:spPr>
        <a:xfrm>
          <a:off x="2765660" y="-24266"/>
          <a:ext cx="1229350" cy="61467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100" kern="1200" dirty="0" smtClean="0"/>
            <a:t>Поступившей продукции</a:t>
          </a:r>
          <a:endParaRPr lang="ru-RU" sz="1100" kern="1200" dirty="0"/>
        </a:p>
      </dsp:txBody>
      <dsp:txXfrm>
        <a:off x="2795666" y="5740"/>
        <a:ext cx="1169338" cy="554663"/>
      </dsp:txXfrm>
    </dsp:sp>
    <dsp:sp modelId="{E67082B3-6BB8-4C45-9EC9-08DAC5ACD1E0}">
      <dsp:nvSpPr>
        <dsp:cNvPr id="0" name=""/>
        <dsp:cNvSpPr/>
      </dsp:nvSpPr>
      <dsp:spPr>
        <a:xfrm>
          <a:off x="4180724" y="625142"/>
          <a:ext cx="1229350" cy="614675"/>
        </a:xfrm>
        <a:prstGeom prst="roundRect">
          <a:avLst/>
        </a:prstGeom>
        <a:solidFill>
          <a:schemeClr val="accent4">
            <a:hueOff val="994871"/>
            <a:satOff val="6049"/>
            <a:lumOff val="868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100" kern="1200" dirty="0" smtClean="0"/>
            <a:t>Результатов ВСЭ</a:t>
          </a:r>
          <a:endParaRPr lang="ru-RU" sz="1100" kern="1200" dirty="0"/>
        </a:p>
      </dsp:txBody>
      <dsp:txXfrm>
        <a:off x="4210730" y="655148"/>
        <a:ext cx="1169338" cy="554663"/>
      </dsp:txXfrm>
    </dsp:sp>
    <dsp:sp modelId="{34C01411-F941-4852-9780-7FB3F0235A97}">
      <dsp:nvSpPr>
        <dsp:cNvPr id="0" name=""/>
        <dsp:cNvSpPr/>
      </dsp:nvSpPr>
      <dsp:spPr>
        <a:xfrm>
          <a:off x="4401121" y="1641928"/>
          <a:ext cx="1352286" cy="676143"/>
        </a:xfrm>
        <a:prstGeom prst="roundRect">
          <a:avLst/>
        </a:prstGeom>
        <a:solidFill>
          <a:schemeClr val="accent4">
            <a:hueOff val="1989742"/>
            <a:satOff val="12098"/>
            <a:lumOff val="1737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100" kern="1200" dirty="0" smtClean="0"/>
            <a:t>Дополнительных исследований и их результатов</a:t>
          </a:r>
          <a:endParaRPr lang="ru-RU" sz="1100" kern="1200" dirty="0"/>
        </a:p>
      </dsp:txBody>
      <dsp:txXfrm>
        <a:off x="4434128" y="1674935"/>
        <a:ext cx="1286272" cy="610129"/>
      </dsp:txXfrm>
    </dsp:sp>
    <dsp:sp modelId="{12F4B1E6-7F68-4452-9789-FAAE20278DB4}">
      <dsp:nvSpPr>
        <dsp:cNvPr id="0" name=""/>
        <dsp:cNvSpPr/>
      </dsp:nvSpPr>
      <dsp:spPr>
        <a:xfrm>
          <a:off x="4162800" y="2791886"/>
          <a:ext cx="1229350" cy="614675"/>
        </a:xfrm>
        <a:prstGeom prst="roundRect">
          <a:avLst/>
        </a:prstGeom>
        <a:solidFill>
          <a:schemeClr val="accent4">
            <a:hueOff val="2984612"/>
            <a:satOff val="18147"/>
            <a:lumOff val="2605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100" kern="1200" dirty="0" smtClean="0"/>
            <a:t>Выявленных болезней и несоответствий</a:t>
          </a:r>
          <a:endParaRPr lang="ru-RU" sz="1100" kern="1200" dirty="0"/>
        </a:p>
      </dsp:txBody>
      <dsp:txXfrm>
        <a:off x="4192806" y="2821892"/>
        <a:ext cx="1169338" cy="554663"/>
      </dsp:txXfrm>
    </dsp:sp>
    <dsp:sp modelId="{E36F24A2-1C5A-4F07-BA07-60620068B42A}">
      <dsp:nvSpPr>
        <dsp:cNvPr id="0" name=""/>
        <dsp:cNvSpPr/>
      </dsp:nvSpPr>
      <dsp:spPr>
        <a:xfrm>
          <a:off x="2765660" y="3369590"/>
          <a:ext cx="1229350" cy="614675"/>
        </a:xfrm>
        <a:prstGeom prst="roundRect">
          <a:avLst/>
        </a:prstGeom>
        <a:solidFill>
          <a:schemeClr val="accent4">
            <a:hueOff val="3979483"/>
            <a:satOff val="24195"/>
            <a:lumOff val="3473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100" kern="1200" dirty="0" smtClean="0"/>
            <a:t>Снятой с реализации продукции</a:t>
          </a:r>
          <a:endParaRPr lang="ru-RU" sz="1100" kern="1200" dirty="0"/>
        </a:p>
      </dsp:txBody>
      <dsp:txXfrm>
        <a:off x="2795666" y="3399596"/>
        <a:ext cx="1169338" cy="554663"/>
      </dsp:txXfrm>
    </dsp:sp>
    <dsp:sp modelId="{73B57183-06A7-4946-82FD-09DFE86C0562}">
      <dsp:nvSpPr>
        <dsp:cNvPr id="0" name=""/>
        <dsp:cNvSpPr/>
      </dsp:nvSpPr>
      <dsp:spPr>
        <a:xfrm>
          <a:off x="1458177" y="2747069"/>
          <a:ext cx="1229350" cy="614675"/>
        </a:xfrm>
        <a:prstGeom prst="roundRect">
          <a:avLst/>
        </a:prstGeom>
        <a:solidFill>
          <a:schemeClr val="accent4">
            <a:hueOff val="4974354"/>
            <a:satOff val="30244"/>
            <a:lumOff val="4341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100" kern="1200" dirty="0" smtClean="0"/>
            <a:t>Распределения продукции по торговым точкам</a:t>
          </a:r>
          <a:endParaRPr lang="ru-RU" sz="1100" kern="1200" dirty="0"/>
        </a:p>
      </dsp:txBody>
      <dsp:txXfrm>
        <a:off x="1488183" y="2777075"/>
        <a:ext cx="1169338" cy="554663"/>
      </dsp:txXfrm>
    </dsp:sp>
    <dsp:sp modelId="{3B7006DA-E090-4322-BABE-86681BF3E7CE}">
      <dsp:nvSpPr>
        <dsp:cNvPr id="0" name=""/>
        <dsp:cNvSpPr/>
      </dsp:nvSpPr>
      <dsp:spPr>
        <a:xfrm>
          <a:off x="1068732" y="1672662"/>
          <a:ext cx="1229350" cy="614675"/>
        </a:xfrm>
        <a:prstGeom prst="roundRect">
          <a:avLst/>
        </a:prstGeom>
        <a:solidFill>
          <a:schemeClr val="accent4">
            <a:hueOff val="5969225"/>
            <a:satOff val="36293"/>
            <a:lumOff val="521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100" kern="1200" dirty="0" smtClean="0"/>
            <a:t>Отобранных для исследования проб</a:t>
          </a:r>
          <a:endParaRPr lang="ru-RU" sz="1100" kern="1200" dirty="0"/>
        </a:p>
      </dsp:txBody>
      <dsp:txXfrm>
        <a:off x="1098738" y="1702668"/>
        <a:ext cx="1169338" cy="554663"/>
      </dsp:txXfrm>
    </dsp:sp>
    <dsp:sp modelId="{513C7A65-9214-4CDB-B485-A92CF376B6E9}">
      <dsp:nvSpPr>
        <dsp:cNvPr id="0" name=""/>
        <dsp:cNvSpPr/>
      </dsp:nvSpPr>
      <dsp:spPr>
        <a:xfrm>
          <a:off x="1431282" y="652054"/>
          <a:ext cx="1229350" cy="614675"/>
        </a:xfrm>
        <a:prstGeom prst="roundRect">
          <a:avLst/>
        </a:prstGeom>
        <a:solidFill>
          <a:schemeClr val="accent4">
            <a:hueOff val="6964095"/>
            <a:satOff val="42342"/>
            <a:lumOff val="6078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100" kern="1200" dirty="0" smtClean="0"/>
            <a:t>Количества биологических отходов</a:t>
          </a:r>
          <a:endParaRPr lang="ru-RU" sz="1100" kern="1200" dirty="0"/>
        </a:p>
      </dsp:txBody>
      <dsp:txXfrm>
        <a:off x="1461288" y="682060"/>
        <a:ext cx="1169338" cy="55466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376E9E-3DD7-4DA9-9201-CF5674D1FFBB}">
      <dsp:nvSpPr>
        <dsp:cNvPr id="0" name=""/>
        <dsp:cNvSpPr/>
      </dsp:nvSpPr>
      <dsp:spPr>
        <a:xfrm>
          <a:off x="1840817" y="436"/>
          <a:ext cx="1073050" cy="53652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700" kern="1200" dirty="0" smtClean="0"/>
            <a:t>Выбор объекта</a:t>
          </a:r>
          <a:endParaRPr lang="ru-RU" sz="1700" kern="1200" dirty="0"/>
        </a:p>
      </dsp:txBody>
      <dsp:txXfrm>
        <a:off x="1856531" y="16150"/>
        <a:ext cx="1041622" cy="505097"/>
      </dsp:txXfrm>
    </dsp:sp>
    <dsp:sp modelId="{F39C7C04-847C-40A8-A475-98BB239ADA3A}">
      <dsp:nvSpPr>
        <dsp:cNvPr id="0" name=""/>
        <dsp:cNvSpPr/>
      </dsp:nvSpPr>
      <dsp:spPr>
        <a:xfrm>
          <a:off x="1948122" y="536961"/>
          <a:ext cx="107305" cy="40239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2394"/>
              </a:lnTo>
              <a:lnTo>
                <a:pt x="107305" y="402394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8596210-3237-4A84-BBA2-C8EAD7EF3BB9}">
      <dsp:nvSpPr>
        <dsp:cNvPr id="0" name=""/>
        <dsp:cNvSpPr/>
      </dsp:nvSpPr>
      <dsp:spPr>
        <a:xfrm>
          <a:off x="2055428" y="671093"/>
          <a:ext cx="858440" cy="5365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11430" rIns="17145" bIns="1143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900" kern="1200" dirty="0" smtClean="0"/>
            <a:t>ЛВСЭ</a:t>
          </a:r>
          <a:endParaRPr lang="ru-RU" sz="900" kern="1200" dirty="0"/>
        </a:p>
      </dsp:txBody>
      <dsp:txXfrm>
        <a:off x="2071142" y="686807"/>
        <a:ext cx="827012" cy="505097"/>
      </dsp:txXfrm>
    </dsp:sp>
    <dsp:sp modelId="{9933D6A1-1E16-42A9-A672-FB6A3F1EA947}">
      <dsp:nvSpPr>
        <dsp:cNvPr id="0" name=""/>
        <dsp:cNvSpPr/>
      </dsp:nvSpPr>
      <dsp:spPr>
        <a:xfrm>
          <a:off x="1948122" y="536961"/>
          <a:ext cx="107305" cy="107305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73050"/>
              </a:lnTo>
              <a:lnTo>
                <a:pt x="107305" y="1073050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067F051-4D5B-4F0A-A1CD-DA7926D33A2E}">
      <dsp:nvSpPr>
        <dsp:cNvPr id="0" name=""/>
        <dsp:cNvSpPr/>
      </dsp:nvSpPr>
      <dsp:spPr>
        <a:xfrm>
          <a:off x="2055428" y="1341749"/>
          <a:ext cx="858440" cy="5365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11430" rIns="17145" bIns="1143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900" kern="1200" dirty="0" smtClean="0"/>
            <a:t>РВС</a:t>
          </a:r>
          <a:endParaRPr lang="ru-RU" sz="900" kern="1200" dirty="0"/>
        </a:p>
      </dsp:txBody>
      <dsp:txXfrm>
        <a:off x="2071142" y="1357463"/>
        <a:ext cx="827012" cy="505097"/>
      </dsp:txXfrm>
    </dsp:sp>
    <dsp:sp modelId="{D4CAE1F1-8F9A-4569-A070-9B4AC9FA53C7}">
      <dsp:nvSpPr>
        <dsp:cNvPr id="0" name=""/>
        <dsp:cNvSpPr/>
      </dsp:nvSpPr>
      <dsp:spPr>
        <a:xfrm>
          <a:off x="1948122" y="536961"/>
          <a:ext cx="107305" cy="17437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43707"/>
              </a:lnTo>
              <a:lnTo>
                <a:pt x="107305" y="1743707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4EC00C5-2467-4935-BE5D-6473C6F0AB6C}">
      <dsp:nvSpPr>
        <dsp:cNvPr id="0" name=""/>
        <dsp:cNvSpPr/>
      </dsp:nvSpPr>
      <dsp:spPr>
        <a:xfrm>
          <a:off x="2055428" y="2012406"/>
          <a:ext cx="858440" cy="5365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11430" rIns="17145" bIns="1143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900" kern="1200" dirty="0" smtClean="0"/>
            <a:t>Субъект</a:t>
          </a:r>
          <a:endParaRPr lang="ru-RU" sz="900" kern="1200" dirty="0"/>
        </a:p>
      </dsp:txBody>
      <dsp:txXfrm>
        <a:off x="2071142" y="2028120"/>
        <a:ext cx="827012" cy="505097"/>
      </dsp:txXfrm>
    </dsp:sp>
    <dsp:sp modelId="{27A0D94F-C62A-4D3D-944A-F7B5815D67FD}">
      <dsp:nvSpPr>
        <dsp:cNvPr id="0" name=""/>
        <dsp:cNvSpPr/>
      </dsp:nvSpPr>
      <dsp:spPr>
        <a:xfrm>
          <a:off x="3182131" y="436"/>
          <a:ext cx="1073050" cy="536525"/>
        </a:xfrm>
        <a:prstGeom prst="roundRect">
          <a:avLst>
            <a:gd name="adj" fmla="val 10000"/>
          </a:avLst>
        </a:prstGeom>
        <a:solidFill>
          <a:schemeClr val="accent4">
            <a:hueOff val="6964095"/>
            <a:satOff val="42342"/>
            <a:lumOff val="6078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700" kern="1200" dirty="0" smtClean="0"/>
            <a:t>Выбор периода</a:t>
          </a:r>
          <a:endParaRPr lang="ru-RU" sz="1700" kern="1200" dirty="0"/>
        </a:p>
      </dsp:txBody>
      <dsp:txXfrm>
        <a:off x="3197845" y="16150"/>
        <a:ext cx="1041622" cy="505097"/>
      </dsp:txXfrm>
    </dsp:sp>
    <dsp:sp modelId="{B2010977-D9FB-48F6-95F6-0C9C56419D09}">
      <dsp:nvSpPr>
        <dsp:cNvPr id="0" name=""/>
        <dsp:cNvSpPr/>
      </dsp:nvSpPr>
      <dsp:spPr>
        <a:xfrm>
          <a:off x="3289436" y="536961"/>
          <a:ext cx="107305" cy="40239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2394"/>
              </a:lnTo>
              <a:lnTo>
                <a:pt x="107305" y="402394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AC97A8B-6446-40C4-A73F-4A7B17937246}">
      <dsp:nvSpPr>
        <dsp:cNvPr id="0" name=""/>
        <dsp:cNvSpPr/>
      </dsp:nvSpPr>
      <dsp:spPr>
        <a:xfrm>
          <a:off x="3396741" y="671093"/>
          <a:ext cx="858440" cy="5365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11430" rIns="17145" bIns="1143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900" kern="1200" dirty="0" smtClean="0"/>
            <a:t>Год</a:t>
          </a:r>
          <a:endParaRPr lang="ru-RU" sz="900" kern="1200" dirty="0"/>
        </a:p>
      </dsp:txBody>
      <dsp:txXfrm>
        <a:off x="3412455" y="686807"/>
        <a:ext cx="827012" cy="505097"/>
      </dsp:txXfrm>
    </dsp:sp>
    <dsp:sp modelId="{8456115C-AB00-47F9-AE13-476DE98092C9}">
      <dsp:nvSpPr>
        <dsp:cNvPr id="0" name=""/>
        <dsp:cNvSpPr/>
      </dsp:nvSpPr>
      <dsp:spPr>
        <a:xfrm>
          <a:off x="3289436" y="536961"/>
          <a:ext cx="107305" cy="107305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73050"/>
              </a:lnTo>
              <a:lnTo>
                <a:pt x="107305" y="1073050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E213E40-C0FA-4E91-A8E4-5B94A002F7F9}">
      <dsp:nvSpPr>
        <dsp:cNvPr id="0" name=""/>
        <dsp:cNvSpPr/>
      </dsp:nvSpPr>
      <dsp:spPr>
        <a:xfrm>
          <a:off x="3396741" y="1341749"/>
          <a:ext cx="858440" cy="5365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11430" rIns="17145" bIns="1143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900" kern="1200" dirty="0" smtClean="0"/>
            <a:t>Полгода</a:t>
          </a:r>
          <a:endParaRPr lang="ru-RU" sz="900" kern="1200" dirty="0"/>
        </a:p>
      </dsp:txBody>
      <dsp:txXfrm>
        <a:off x="3412455" y="1357463"/>
        <a:ext cx="827012" cy="505097"/>
      </dsp:txXfrm>
    </dsp:sp>
    <dsp:sp modelId="{79A1C29C-7FBE-47B4-974A-D797324518B6}">
      <dsp:nvSpPr>
        <dsp:cNvPr id="0" name=""/>
        <dsp:cNvSpPr/>
      </dsp:nvSpPr>
      <dsp:spPr>
        <a:xfrm>
          <a:off x="3289436" y="536961"/>
          <a:ext cx="107305" cy="17437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43707"/>
              </a:lnTo>
              <a:lnTo>
                <a:pt x="107305" y="1743707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FB02C10-E220-4078-BE22-CE6FA1D3A3C9}">
      <dsp:nvSpPr>
        <dsp:cNvPr id="0" name=""/>
        <dsp:cNvSpPr/>
      </dsp:nvSpPr>
      <dsp:spPr>
        <a:xfrm>
          <a:off x="3396741" y="2012406"/>
          <a:ext cx="858440" cy="5365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11430" rIns="17145" bIns="1143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900" kern="1200" dirty="0" smtClean="0"/>
            <a:t>Квартал</a:t>
          </a:r>
          <a:endParaRPr lang="ru-RU" sz="900" kern="1200" dirty="0"/>
        </a:p>
      </dsp:txBody>
      <dsp:txXfrm>
        <a:off x="3412455" y="2028120"/>
        <a:ext cx="827012" cy="505097"/>
      </dsp:txXfrm>
    </dsp:sp>
    <dsp:sp modelId="{0FAB092B-41A1-4F1C-A318-014E052A9517}">
      <dsp:nvSpPr>
        <dsp:cNvPr id="0" name=""/>
        <dsp:cNvSpPr/>
      </dsp:nvSpPr>
      <dsp:spPr>
        <a:xfrm>
          <a:off x="3289436" y="536961"/>
          <a:ext cx="107305" cy="24143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14364"/>
              </a:lnTo>
              <a:lnTo>
                <a:pt x="107305" y="2414364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E77B8D1-A324-4814-AC0A-35C20413B411}">
      <dsp:nvSpPr>
        <dsp:cNvPr id="0" name=""/>
        <dsp:cNvSpPr/>
      </dsp:nvSpPr>
      <dsp:spPr>
        <a:xfrm>
          <a:off x="3396741" y="2683063"/>
          <a:ext cx="858440" cy="5365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11430" rIns="17145" bIns="1143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900" kern="1200" dirty="0" smtClean="0"/>
            <a:t>Месяц</a:t>
          </a:r>
          <a:endParaRPr lang="ru-RU" sz="900" kern="1200" dirty="0"/>
        </a:p>
      </dsp:txBody>
      <dsp:txXfrm>
        <a:off x="3412455" y="2698777"/>
        <a:ext cx="827012" cy="505097"/>
      </dsp:txXfrm>
    </dsp:sp>
    <dsp:sp modelId="{D8A2E547-2FEB-4336-9855-735B551DBB80}">
      <dsp:nvSpPr>
        <dsp:cNvPr id="0" name=""/>
        <dsp:cNvSpPr/>
      </dsp:nvSpPr>
      <dsp:spPr>
        <a:xfrm>
          <a:off x="3289436" y="536961"/>
          <a:ext cx="107305" cy="308502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85020"/>
              </a:lnTo>
              <a:lnTo>
                <a:pt x="107305" y="3085020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D987345-CBCB-46C9-8476-92BD341BA61C}">
      <dsp:nvSpPr>
        <dsp:cNvPr id="0" name=""/>
        <dsp:cNvSpPr/>
      </dsp:nvSpPr>
      <dsp:spPr>
        <a:xfrm>
          <a:off x="3396741" y="3353720"/>
          <a:ext cx="858440" cy="5365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11430" rIns="17145" bIns="1143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900" kern="1200" dirty="0" smtClean="0"/>
            <a:t>Произвольный период</a:t>
          </a:r>
          <a:endParaRPr lang="ru-RU" sz="900" kern="1200" dirty="0"/>
        </a:p>
      </dsp:txBody>
      <dsp:txXfrm>
        <a:off x="3412455" y="3369434"/>
        <a:ext cx="827012" cy="50509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6BB651-7809-4DA5-89CD-69E7EB241FF8}">
      <dsp:nvSpPr>
        <dsp:cNvPr id="0" name=""/>
        <dsp:cNvSpPr/>
      </dsp:nvSpPr>
      <dsp:spPr>
        <a:xfrm>
          <a:off x="0" y="713319"/>
          <a:ext cx="6096000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BD6500-274B-4BFD-854C-F462224D04A9}">
      <dsp:nvSpPr>
        <dsp:cNvPr id="0" name=""/>
        <dsp:cNvSpPr/>
      </dsp:nvSpPr>
      <dsp:spPr>
        <a:xfrm>
          <a:off x="304800" y="447639"/>
          <a:ext cx="4267200" cy="53136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/>
            <a:t>3 и 4 раздел 5 </a:t>
          </a:r>
          <a:r>
            <a:rPr lang="ru-RU" sz="1800" kern="1200" dirty="0" err="1" smtClean="0"/>
            <a:t>Вет</a:t>
          </a:r>
          <a:endParaRPr lang="ru-RU" sz="1800" kern="1200" dirty="0"/>
        </a:p>
      </dsp:txBody>
      <dsp:txXfrm>
        <a:off x="330739" y="473578"/>
        <a:ext cx="4215322" cy="479482"/>
      </dsp:txXfrm>
    </dsp:sp>
    <dsp:sp modelId="{748910EF-6AF8-45CD-B0C9-A7F5A367C397}">
      <dsp:nvSpPr>
        <dsp:cNvPr id="0" name=""/>
        <dsp:cNvSpPr/>
      </dsp:nvSpPr>
      <dsp:spPr>
        <a:xfrm>
          <a:off x="0" y="1584690"/>
          <a:ext cx="6096000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D152E0-0BF4-466D-A5EB-7B907748DBE1}">
      <dsp:nvSpPr>
        <dsp:cNvPr id="0" name=""/>
        <dsp:cNvSpPr/>
      </dsp:nvSpPr>
      <dsp:spPr>
        <a:xfrm>
          <a:off x="304800" y="1264120"/>
          <a:ext cx="4267200" cy="531360"/>
        </a:xfrm>
        <a:prstGeom prst="roundRect">
          <a:avLst/>
        </a:prstGeom>
        <a:solidFill>
          <a:schemeClr val="accent4">
            <a:hueOff val="2321365"/>
            <a:satOff val="14114"/>
            <a:lumOff val="2026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/>
            <a:t>Аналитические</a:t>
          </a:r>
          <a:endParaRPr lang="ru-RU" sz="1800" kern="1200" dirty="0"/>
        </a:p>
      </dsp:txBody>
      <dsp:txXfrm>
        <a:off x="330739" y="1290059"/>
        <a:ext cx="4215322" cy="479482"/>
      </dsp:txXfrm>
    </dsp:sp>
    <dsp:sp modelId="{20398926-B047-436A-990F-424D73B30A53}">
      <dsp:nvSpPr>
        <dsp:cNvPr id="0" name=""/>
        <dsp:cNvSpPr/>
      </dsp:nvSpPr>
      <dsp:spPr>
        <a:xfrm>
          <a:off x="0" y="2346280"/>
          <a:ext cx="6096000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1D2334-6245-4BFF-84B2-718071588932}">
      <dsp:nvSpPr>
        <dsp:cNvPr id="0" name=""/>
        <dsp:cNvSpPr/>
      </dsp:nvSpPr>
      <dsp:spPr>
        <a:xfrm>
          <a:off x="304800" y="2080600"/>
          <a:ext cx="4267200" cy="531360"/>
        </a:xfrm>
        <a:prstGeom prst="roundRect">
          <a:avLst/>
        </a:prstGeom>
        <a:solidFill>
          <a:schemeClr val="accent4">
            <a:hueOff val="4642730"/>
            <a:satOff val="28228"/>
            <a:lumOff val="4052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/>
            <a:t>Сводные данные по количеству экспертиз и сумме оказанных услуг</a:t>
          </a:r>
          <a:endParaRPr lang="ru-RU" sz="1800" kern="1200" dirty="0"/>
        </a:p>
      </dsp:txBody>
      <dsp:txXfrm>
        <a:off x="330739" y="2106539"/>
        <a:ext cx="4215322" cy="479482"/>
      </dsp:txXfrm>
    </dsp:sp>
    <dsp:sp modelId="{98333B0D-76DA-4F36-A571-F3CD8C79FE37}">
      <dsp:nvSpPr>
        <dsp:cNvPr id="0" name=""/>
        <dsp:cNvSpPr/>
      </dsp:nvSpPr>
      <dsp:spPr>
        <a:xfrm>
          <a:off x="0" y="3162760"/>
          <a:ext cx="6096000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7F6367-5A99-435F-B931-38BE5CD6706B}">
      <dsp:nvSpPr>
        <dsp:cNvPr id="0" name=""/>
        <dsp:cNvSpPr/>
      </dsp:nvSpPr>
      <dsp:spPr>
        <a:xfrm>
          <a:off x="304800" y="2897080"/>
          <a:ext cx="4267200" cy="531360"/>
        </a:xfrm>
        <a:prstGeom prst="roundRect">
          <a:avLst/>
        </a:prstGeom>
        <a:solidFill>
          <a:schemeClr val="accent4">
            <a:hueOff val="6964095"/>
            <a:satOff val="42342"/>
            <a:lumOff val="6078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/>
            <a:t>Проверочные</a:t>
          </a:r>
          <a:endParaRPr lang="ru-RU" sz="1800" kern="1200" dirty="0"/>
        </a:p>
      </dsp:txBody>
      <dsp:txXfrm>
        <a:off x="330739" y="2923019"/>
        <a:ext cx="4215322" cy="47948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B26702-D262-4FE9-ADC0-3FCFBF246E09}">
      <dsp:nvSpPr>
        <dsp:cNvPr id="0" name=""/>
        <dsp:cNvSpPr/>
      </dsp:nvSpPr>
      <dsp:spPr>
        <a:xfrm>
          <a:off x="1785" y="119260"/>
          <a:ext cx="1416843" cy="85010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300" kern="1200" dirty="0" smtClean="0"/>
            <a:t>О выявленных болезнях и несоответствиях</a:t>
          </a:r>
        </a:p>
      </dsp:txBody>
      <dsp:txXfrm>
        <a:off x="1785" y="119260"/>
        <a:ext cx="1416843" cy="850106"/>
      </dsp:txXfrm>
    </dsp:sp>
    <dsp:sp modelId="{FD47A995-B8C1-4005-A608-2AC99005AFCB}">
      <dsp:nvSpPr>
        <dsp:cNvPr id="0" name=""/>
        <dsp:cNvSpPr/>
      </dsp:nvSpPr>
      <dsp:spPr>
        <a:xfrm>
          <a:off x="1560314" y="119260"/>
          <a:ext cx="1416843" cy="850106"/>
        </a:xfrm>
        <a:prstGeom prst="rect">
          <a:avLst/>
        </a:prstGeom>
        <a:solidFill>
          <a:schemeClr val="accent4">
            <a:hueOff val="497435"/>
            <a:satOff val="3024"/>
            <a:lumOff val="434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300" kern="1200" dirty="0" smtClean="0"/>
        </a:p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300" kern="1200" dirty="0" smtClean="0"/>
            <a:t>О проведенных исследованиях</a:t>
          </a:r>
        </a:p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300" kern="1200" dirty="0"/>
        </a:p>
      </dsp:txBody>
      <dsp:txXfrm>
        <a:off x="1560314" y="119260"/>
        <a:ext cx="1416843" cy="850106"/>
      </dsp:txXfrm>
    </dsp:sp>
    <dsp:sp modelId="{D3353D22-3A58-409B-89F3-72407F13DA26}">
      <dsp:nvSpPr>
        <dsp:cNvPr id="0" name=""/>
        <dsp:cNvSpPr/>
      </dsp:nvSpPr>
      <dsp:spPr>
        <a:xfrm>
          <a:off x="3118842" y="119260"/>
          <a:ext cx="1416843" cy="850106"/>
        </a:xfrm>
        <a:prstGeom prst="rect">
          <a:avLst/>
        </a:prstGeom>
        <a:solidFill>
          <a:schemeClr val="accent4">
            <a:hueOff val="994871"/>
            <a:satOff val="6049"/>
            <a:lumOff val="868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300" kern="1200" dirty="0" smtClean="0"/>
            <a:t>О снятой с реализации продукции</a:t>
          </a:r>
        </a:p>
      </dsp:txBody>
      <dsp:txXfrm>
        <a:off x="3118842" y="119260"/>
        <a:ext cx="1416843" cy="850106"/>
      </dsp:txXfrm>
    </dsp:sp>
    <dsp:sp modelId="{C53BA299-7EAF-4FB2-AAEF-999AC96AD156}">
      <dsp:nvSpPr>
        <dsp:cNvPr id="0" name=""/>
        <dsp:cNvSpPr/>
      </dsp:nvSpPr>
      <dsp:spPr>
        <a:xfrm>
          <a:off x="4677370" y="119260"/>
          <a:ext cx="1416843" cy="850106"/>
        </a:xfrm>
        <a:prstGeom prst="rect">
          <a:avLst/>
        </a:prstGeom>
        <a:solidFill>
          <a:schemeClr val="accent4">
            <a:hueOff val="1492306"/>
            <a:satOff val="9073"/>
            <a:lumOff val="1302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300" kern="1200" dirty="0" smtClean="0"/>
            <a:t>О регионах-поставщиках продукции</a:t>
          </a:r>
        </a:p>
      </dsp:txBody>
      <dsp:txXfrm>
        <a:off x="4677370" y="119260"/>
        <a:ext cx="1416843" cy="850106"/>
      </dsp:txXfrm>
    </dsp:sp>
    <dsp:sp modelId="{93CA3A2B-C86A-4B5D-BDDC-850991B5D03C}">
      <dsp:nvSpPr>
        <dsp:cNvPr id="0" name=""/>
        <dsp:cNvSpPr/>
      </dsp:nvSpPr>
      <dsp:spPr>
        <a:xfrm>
          <a:off x="1785" y="1111051"/>
          <a:ext cx="1416843" cy="850106"/>
        </a:xfrm>
        <a:prstGeom prst="rect">
          <a:avLst/>
        </a:prstGeom>
        <a:solidFill>
          <a:schemeClr val="accent4">
            <a:hueOff val="1989742"/>
            <a:satOff val="12098"/>
            <a:lumOff val="1737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300" kern="1200" dirty="0" smtClean="0"/>
            <a:t>О количестве направленных проб на исследования</a:t>
          </a:r>
        </a:p>
      </dsp:txBody>
      <dsp:txXfrm>
        <a:off x="1785" y="1111051"/>
        <a:ext cx="1416843" cy="850106"/>
      </dsp:txXfrm>
    </dsp:sp>
    <dsp:sp modelId="{851386B7-3772-4F73-A9E4-AE3DDCFA795E}">
      <dsp:nvSpPr>
        <dsp:cNvPr id="0" name=""/>
        <dsp:cNvSpPr/>
      </dsp:nvSpPr>
      <dsp:spPr>
        <a:xfrm>
          <a:off x="1560314" y="1111051"/>
          <a:ext cx="1416843" cy="850106"/>
        </a:xfrm>
        <a:prstGeom prst="rect">
          <a:avLst/>
        </a:prstGeom>
        <a:solidFill>
          <a:schemeClr val="accent4">
            <a:hueOff val="2487177"/>
            <a:satOff val="15122"/>
            <a:lumOff val="2171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300" kern="1200" dirty="0" smtClean="0"/>
            <a:t>Сравнительные данные по работникам (экспертиза)</a:t>
          </a:r>
        </a:p>
      </dsp:txBody>
      <dsp:txXfrm>
        <a:off x="1560314" y="1111051"/>
        <a:ext cx="1416843" cy="850106"/>
      </dsp:txXfrm>
    </dsp:sp>
    <dsp:sp modelId="{23275AE8-FD5E-487C-8786-AEF094ABDF95}">
      <dsp:nvSpPr>
        <dsp:cNvPr id="0" name=""/>
        <dsp:cNvSpPr/>
      </dsp:nvSpPr>
      <dsp:spPr>
        <a:xfrm>
          <a:off x="3118842" y="1111051"/>
          <a:ext cx="1416843" cy="850106"/>
        </a:xfrm>
        <a:prstGeom prst="rect">
          <a:avLst/>
        </a:prstGeom>
        <a:solidFill>
          <a:schemeClr val="accent4">
            <a:hueOff val="2984612"/>
            <a:satOff val="18147"/>
            <a:lumOff val="2605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300" kern="1200" dirty="0" smtClean="0"/>
            <a:t>Сравнительные данные по работникам (исследования)</a:t>
          </a:r>
        </a:p>
      </dsp:txBody>
      <dsp:txXfrm>
        <a:off x="3118842" y="1111051"/>
        <a:ext cx="1416843" cy="850106"/>
      </dsp:txXfrm>
    </dsp:sp>
    <dsp:sp modelId="{441A1B98-57CD-477F-A712-A724A71C0BF1}">
      <dsp:nvSpPr>
        <dsp:cNvPr id="0" name=""/>
        <dsp:cNvSpPr/>
      </dsp:nvSpPr>
      <dsp:spPr>
        <a:xfrm>
          <a:off x="4677370" y="1111051"/>
          <a:ext cx="1416843" cy="850106"/>
        </a:xfrm>
        <a:prstGeom prst="rect">
          <a:avLst/>
        </a:prstGeom>
        <a:solidFill>
          <a:schemeClr val="accent4">
            <a:hueOff val="3482048"/>
            <a:satOff val="21171"/>
            <a:lumOff val="3039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300" kern="1200" dirty="0" smtClean="0"/>
            <a:t>Сравнительные данные по работникам (снятая продукция)</a:t>
          </a:r>
        </a:p>
      </dsp:txBody>
      <dsp:txXfrm>
        <a:off x="4677370" y="1111051"/>
        <a:ext cx="1416843" cy="850106"/>
      </dsp:txXfrm>
    </dsp:sp>
    <dsp:sp modelId="{8AC1F38B-6C57-4756-AEE2-7985E067FA1F}">
      <dsp:nvSpPr>
        <dsp:cNvPr id="0" name=""/>
        <dsp:cNvSpPr/>
      </dsp:nvSpPr>
      <dsp:spPr>
        <a:xfrm>
          <a:off x="1785" y="2102842"/>
          <a:ext cx="1416843" cy="850106"/>
        </a:xfrm>
        <a:prstGeom prst="rect">
          <a:avLst/>
        </a:prstGeom>
        <a:solidFill>
          <a:schemeClr val="accent4">
            <a:hueOff val="3979483"/>
            <a:satOff val="24195"/>
            <a:lumOff val="3473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300" kern="1200" dirty="0" smtClean="0"/>
            <a:t>О количестве поступившей продукции</a:t>
          </a:r>
        </a:p>
      </dsp:txBody>
      <dsp:txXfrm>
        <a:off x="1785" y="2102842"/>
        <a:ext cx="1416843" cy="850106"/>
      </dsp:txXfrm>
    </dsp:sp>
    <dsp:sp modelId="{EF05F2E4-577F-42CB-88DE-454F363A6932}">
      <dsp:nvSpPr>
        <dsp:cNvPr id="0" name=""/>
        <dsp:cNvSpPr/>
      </dsp:nvSpPr>
      <dsp:spPr>
        <a:xfrm>
          <a:off x="1560314" y="2102842"/>
          <a:ext cx="1416843" cy="850106"/>
        </a:xfrm>
        <a:prstGeom prst="rect">
          <a:avLst/>
        </a:prstGeom>
        <a:solidFill>
          <a:schemeClr val="accent4">
            <a:hueOff val="4476918"/>
            <a:satOff val="27220"/>
            <a:lumOff val="3907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300" kern="1200" dirty="0" smtClean="0"/>
            <a:t>О количестве и результатах исследования проб</a:t>
          </a:r>
        </a:p>
      </dsp:txBody>
      <dsp:txXfrm>
        <a:off x="1560314" y="2102842"/>
        <a:ext cx="1416843" cy="850106"/>
      </dsp:txXfrm>
    </dsp:sp>
    <dsp:sp modelId="{E4FE7170-A4F4-473F-A5F5-F1355F6D530D}">
      <dsp:nvSpPr>
        <dsp:cNvPr id="0" name=""/>
        <dsp:cNvSpPr/>
      </dsp:nvSpPr>
      <dsp:spPr>
        <a:xfrm>
          <a:off x="3118842" y="2102842"/>
          <a:ext cx="1416843" cy="850106"/>
        </a:xfrm>
        <a:prstGeom prst="rect">
          <a:avLst/>
        </a:prstGeom>
        <a:solidFill>
          <a:schemeClr val="accent4">
            <a:hueOff val="4974354"/>
            <a:satOff val="30244"/>
            <a:lumOff val="4341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300" kern="1200" dirty="0" smtClean="0"/>
            <a:t>О количестве денатурированной продукции</a:t>
          </a:r>
        </a:p>
      </dsp:txBody>
      <dsp:txXfrm>
        <a:off x="3118842" y="2102842"/>
        <a:ext cx="1416843" cy="850106"/>
      </dsp:txXfrm>
    </dsp:sp>
    <dsp:sp modelId="{3A722B7C-94AE-4B48-A712-D772CD323BD9}">
      <dsp:nvSpPr>
        <dsp:cNvPr id="0" name=""/>
        <dsp:cNvSpPr/>
      </dsp:nvSpPr>
      <dsp:spPr>
        <a:xfrm>
          <a:off x="4677370" y="2102842"/>
          <a:ext cx="1416843" cy="850106"/>
        </a:xfrm>
        <a:prstGeom prst="rect">
          <a:avLst/>
        </a:prstGeom>
        <a:solidFill>
          <a:schemeClr val="accent4">
            <a:hueOff val="5471789"/>
            <a:satOff val="33269"/>
            <a:lumOff val="4776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300" kern="1200" dirty="0" smtClean="0"/>
            <a:t>О количестве продукции по регионам-поставщикам</a:t>
          </a:r>
        </a:p>
      </dsp:txBody>
      <dsp:txXfrm>
        <a:off x="4677370" y="2102842"/>
        <a:ext cx="1416843" cy="850106"/>
      </dsp:txXfrm>
    </dsp:sp>
    <dsp:sp modelId="{CEBC3182-BEC9-4675-B1C1-F23E20C8934A}">
      <dsp:nvSpPr>
        <dsp:cNvPr id="0" name=""/>
        <dsp:cNvSpPr/>
      </dsp:nvSpPr>
      <dsp:spPr>
        <a:xfrm>
          <a:off x="781050" y="3094632"/>
          <a:ext cx="1416843" cy="850106"/>
        </a:xfrm>
        <a:prstGeom prst="rect">
          <a:avLst/>
        </a:prstGeom>
        <a:solidFill>
          <a:schemeClr val="accent4">
            <a:hueOff val="5969225"/>
            <a:satOff val="36293"/>
            <a:lumOff val="521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300" kern="1200" dirty="0" smtClean="0"/>
            <a:t>О количестве повторных исследований </a:t>
          </a:r>
          <a:endParaRPr lang="ru-RU" sz="1300" kern="1200" dirty="0"/>
        </a:p>
      </dsp:txBody>
      <dsp:txXfrm>
        <a:off x="781050" y="3094632"/>
        <a:ext cx="1416843" cy="850106"/>
      </dsp:txXfrm>
    </dsp:sp>
    <dsp:sp modelId="{22639A1B-2C4E-46BE-A5C4-D0C3D62994CF}">
      <dsp:nvSpPr>
        <dsp:cNvPr id="0" name=""/>
        <dsp:cNvSpPr/>
      </dsp:nvSpPr>
      <dsp:spPr>
        <a:xfrm>
          <a:off x="2339578" y="3094632"/>
          <a:ext cx="1416843" cy="850106"/>
        </a:xfrm>
        <a:prstGeom prst="rect">
          <a:avLst/>
        </a:prstGeom>
        <a:solidFill>
          <a:schemeClr val="accent4">
            <a:hueOff val="6466659"/>
            <a:satOff val="39318"/>
            <a:lumOff val="5644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300" kern="1200" dirty="0" smtClean="0"/>
            <a:t>О количестве экспертиз и сумме оказанных услуг</a:t>
          </a:r>
          <a:endParaRPr lang="ru-RU" sz="1300" kern="1200" dirty="0"/>
        </a:p>
      </dsp:txBody>
      <dsp:txXfrm>
        <a:off x="2339578" y="3094632"/>
        <a:ext cx="1416843" cy="850106"/>
      </dsp:txXfrm>
    </dsp:sp>
    <dsp:sp modelId="{E49278FB-8458-4FDB-B898-73866BB78A55}">
      <dsp:nvSpPr>
        <dsp:cNvPr id="0" name=""/>
        <dsp:cNvSpPr/>
      </dsp:nvSpPr>
      <dsp:spPr>
        <a:xfrm>
          <a:off x="3898106" y="3094632"/>
          <a:ext cx="1416843" cy="850106"/>
        </a:xfrm>
        <a:prstGeom prst="rect">
          <a:avLst/>
        </a:prstGeom>
        <a:solidFill>
          <a:schemeClr val="accent4">
            <a:hueOff val="6964095"/>
            <a:satOff val="42342"/>
            <a:lumOff val="6078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300" kern="1200" dirty="0" smtClean="0"/>
            <a:t>Расшифровка выявленных случаев болезней</a:t>
          </a:r>
        </a:p>
      </dsp:txBody>
      <dsp:txXfrm>
        <a:off x="3898106" y="3094632"/>
        <a:ext cx="1416843" cy="85010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9F1BED-C2E0-4AF7-B855-536690912468}">
      <dsp:nvSpPr>
        <dsp:cNvPr id="0" name=""/>
        <dsp:cNvSpPr/>
      </dsp:nvSpPr>
      <dsp:spPr>
        <a:xfrm rot="10800000">
          <a:off x="1582117" y="1202"/>
          <a:ext cx="5457779" cy="829655"/>
        </a:xfrm>
        <a:prstGeom prst="homePlat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65855" tIns="60960" rIns="113792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dirty="0" smtClean="0"/>
            <a:t>Контроль за эпизоотической ситуацией в режиме </a:t>
          </a:r>
          <a:r>
            <a:rPr lang="en-US" sz="1600" kern="1200" dirty="0" smtClean="0"/>
            <a:t>on-line</a:t>
          </a:r>
          <a:r>
            <a:rPr lang="ru-RU" sz="1600" kern="1200" dirty="0" smtClean="0"/>
            <a:t>!</a:t>
          </a:r>
          <a:endParaRPr lang="ru-RU" sz="1600" kern="1200" dirty="0"/>
        </a:p>
      </dsp:txBody>
      <dsp:txXfrm rot="10800000">
        <a:off x="1789531" y="1202"/>
        <a:ext cx="5250365" cy="829655"/>
      </dsp:txXfrm>
    </dsp:sp>
    <dsp:sp modelId="{D77BF061-D0B3-4F2F-A9E4-E0CA24C47B93}">
      <dsp:nvSpPr>
        <dsp:cNvPr id="0" name=""/>
        <dsp:cNvSpPr/>
      </dsp:nvSpPr>
      <dsp:spPr>
        <a:xfrm>
          <a:off x="1154115" y="25079"/>
          <a:ext cx="829655" cy="829655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9000" r="-29000"/>
          </a:stretch>
        </a:blip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13087393-398B-4E18-8A85-514F01D497B3}">
      <dsp:nvSpPr>
        <dsp:cNvPr id="0" name=""/>
        <dsp:cNvSpPr/>
      </dsp:nvSpPr>
      <dsp:spPr>
        <a:xfrm rot="10800000">
          <a:off x="1582117" y="1078515"/>
          <a:ext cx="5457779" cy="829655"/>
        </a:xfrm>
        <a:prstGeom prst="homePlate">
          <a:avLst/>
        </a:prstGeom>
        <a:solidFill>
          <a:schemeClr val="accent4">
            <a:hueOff val="2321365"/>
            <a:satOff val="14114"/>
            <a:lumOff val="2026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65855" tIns="60960" rIns="113792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dirty="0" smtClean="0"/>
            <a:t>Экономия времени работников на ведения журнала, формирования первичных документов и отчетов!</a:t>
          </a:r>
          <a:endParaRPr lang="ru-RU" sz="1600" kern="1200" dirty="0"/>
        </a:p>
      </dsp:txBody>
      <dsp:txXfrm rot="10800000">
        <a:off x="1789531" y="1078515"/>
        <a:ext cx="5250365" cy="829655"/>
      </dsp:txXfrm>
    </dsp:sp>
    <dsp:sp modelId="{D944E4F9-A4DE-4581-9058-BC7006F7DC54}">
      <dsp:nvSpPr>
        <dsp:cNvPr id="0" name=""/>
        <dsp:cNvSpPr/>
      </dsp:nvSpPr>
      <dsp:spPr>
        <a:xfrm>
          <a:off x="1167290" y="1078515"/>
          <a:ext cx="829655" cy="829655"/>
        </a:xfrm>
        <a:prstGeom prst="ellipse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932C24FD-30B8-4E89-9DBC-C352CD19F1B6}">
      <dsp:nvSpPr>
        <dsp:cNvPr id="0" name=""/>
        <dsp:cNvSpPr/>
      </dsp:nvSpPr>
      <dsp:spPr>
        <a:xfrm rot="10800000">
          <a:off x="1582117" y="2155829"/>
          <a:ext cx="5457779" cy="829655"/>
        </a:xfrm>
        <a:prstGeom prst="homePlate">
          <a:avLst/>
        </a:prstGeom>
        <a:solidFill>
          <a:schemeClr val="accent4">
            <a:hueOff val="4642730"/>
            <a:satOff val="28228"/>
            <a:lumOff val="4052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65855" tIns="60960" rIns="113792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dirty="0" smtClean="0"/>
            <a:t>Повышения качества проводимой работы сотрудником лаборатории!</a:t>
          </a:r>
        </a:p>
      </dsp:txBody>
      <dsp:txXfrm rot="10800000">
        <a:off x="1789531" y="2155829"/>
        <a:ext cx="5250365" cy="829655"/>
      </dsp:txXfrm>
    </dsp:sp>
    <dsp:sp modelId="{8BC3B55C-07DF-4905-909D-486E6F1EDBAE}">
      <dsp:nvSpPr>
        <dsp:cNvPr id="0" name=""/>
        <dsp:cNvSpPr/>
      </dsp:nvSpPr>
      <dsp:spPr>
        <a:xfrm>
          <a:off x="1167290" y="2155829"/>
          <a:ext cx="829655" cy="829655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7000" b="-17000"/>
          </a:stretch>
        </a:blip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4BF602AF-1071-4E34-8E85-CE753B955D3C}">
      <dsp:nvSpPr>
        <dsp:cNvPr id="0" name=""/>
        <dsp:cNvSpPr/>
      </dsp:nvSpPr>
      <dsp:spPr>
        <a:xfrm rot="10800000">
          <a:off x="1582117" y="3233142"/>
          <a:ext cx="5457779" cy="829655"/>
        </a:xfrm>
        <a:prstGeom prst="homePlate">
          <a:avLst/>
        </a:prstGeom>
        <a:solidFill>
          <a:schemeClr val="accent4">
            <a:hueOff val="6964095"/>
            <a:satOff val="42342"/>
            <a:lumOff val="6078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65855" tIns="60960" rIns="113792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dirty="0" smtClean="0"/>
            <a:t>Повышения эффективности работы учреждения!</a:t>
          </a:r>
          <a:endParaRPr lang="ru-RU" sz="1600" kern="1200" dirty="0"/>
        </a:p>
      </dsp:txBody>
      <dsp:txXfrm rot="10800000">
        <a:off x="1789531" y="3233142"/>
        <a:ext cx="5250365" cy="829655"/>
      </dsp:txXfrm>
    </dsp:sp>
    <dsp:sp modelId="{E1B3ED34-AB9E-4991-B395-9565CD360C3C}">
      <dsp:nvSpPr>
        <dsp:cNvPr id="0" name=""/>
        <dsp:cNvSpPr/>
      </dsp:nvSpPr>
      <dsp:spPr>
        <a:xfrm>
          <a:off x="1167290" y="3233142"/>
          <a:ext cx="829655" cy="829655"/>
        </a:xfrm>
        <a:prstGeom prst="ellipse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5624652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5044aba2c1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8" name="Google Shape;218;g5044aba2c1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279163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4f429e787c_0_1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g4f429e787c_0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530987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4f429e787c_0_2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g4f429e787c_0_2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029263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4f429e787c_2_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g4f429e787c_2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029478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4f429e787c_0_20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g4f429e787c_0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741912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4f429e787c_2_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g4f429e787c_2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642817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520775d10f_3_17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g520775d10f_3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204084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520775d10f_3_18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g520775d10f_3_1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504416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4f429e787c_0_1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0" name="Google Shape;450;g4f429e787c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829169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520775d10f_3_2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g520775d10f_3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243183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5044aba2c1_8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4" name="Google Shape;264;g5044aba2c1_8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35468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5044aba2c1_8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9" name="Google Shape;459;g5044aba2c1_8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740481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Google Shape;51;p13"/>
          <p:cNvCxnSpPr/>
          <p:nvPr/>
        </p:nvCxnSpPr>
        <p:spPr>
          <a:xfrm>
            <a:off x="1047127" y="1816100"/>
            <a:ext cx="7055474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971551" y="736599"/>
            <a:ext cx="7200897" cy="9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body" idx="1"/>
          </p:nvPr>
        </p:nvSpPr>
        <p:spPr>
          <a:xfrm>
            <a:off x="971551" y="1917699"/>
            <a:ext cx="7200897" cy="2489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/>
          <a:lstStyle>
            <a:lvl1pPr marL="457200" lvl="0" indent="-330200" algn="l"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100"/>
            </a:lvl1pPr>
            <a:lvl2pPr marL="914400" lvl="1" indent="-330200" algn="l">
              <a:spcBef>
                <a:spcPts val="500"/>
              </a:spcBef>
              <a:spcAft>
                <a:spcPts val="0"/>
              </a:spcAft>
              <a:buSzPts val="1600"/>
              <a:buChar char="○"/>
              <a:defRPr sz="1100"/>
            </a:lvl2pPr>
            <a:lvl3pPr marL="1371600" lvl="2" indent="-330200" algn="l">
              <a:spcBef>
                <a:spcPts val="500"/>
              </a:spcBef>
              <a:spcAft>
                <a:spcPts val="0"/>
              </a:spcAft>
              <a:buSzPts val="1600"/>
              <a:buChar char="■"/>
              <a:defRPr sz="1100"/>
            </a:lvl3pPr>
            <a:lvl4pPr marL="1828800" lvl="3" indent="-330200" algn="l">
              <a:spcBef>
                <a:spcPts val="500"/>
              </a:spcBef>
              <a:spcAft>
                <a:spcPts val="0"/>
              </a:spcAft>
              <a:buSzPts val="1600"/>
              <a:buChar char="●"/>
              <a:defRPr sz="1100"/>
            </a:lvl4pPr>
            <a:lvl5pPr marL="2286000" lvl="4" indent="-330200" algn="l">
              <a:spcBef>
                <a:spcPts val="500"/>
              </a:spcBef>
              <a:spcAft>
                <a:spcPts val="0"/>
              </a:spcAft>
              <a:buSzPts val="1600"/>
              <a:buChar char="○"/>
              <a:defRPr sz="1100"/>
            </a:lvl5pPr>
            <a:lvl6pPr marL="2743200" lvl="5" indent="-330200" algn="l">
              <a:spcBef>
                <a:spcPts val="500"/>
              </a:spcBef>
              <a:spcAft>
                <a:spcPts val="0"/>
              </a:spcAft>
              <a:buSzPts val="1600"/>
              <a:buChar char="■"/>
              <a:defRPr sz="1100"/>
            </a:lvl6pPr>
            <a:lvl7pPr marL="3200400" lvl="6" indent="-330200" algn="l">
              <a:spcBef>
                <a:spcPts val="500"/>
              </a:spcBef>
              <a:spcAft>
                <a:spcPts val="0"/>
              </a:spcAft>
              <a:buSzPts val="1600"/>
              <a:buChar char="●"/>
              <a:defRPr sz="1100"/>
            </a:lvl7pPr>
            <a:lvl8pPr marL="3657600" lvl="7" indent="-330200" algn="l">
              <a:spcBef>
                <a:spcPts val="500"/>
              </a:spcBef>
              <a:spcAft>
                <a:spcPts val="0"/>
              </a:spcAft>
              <a:buSzPts val="1600"/>
              <a:buChar char="○"/>
              <a:defRPr sz="1100"/>
            </a:lvl8pPr>
            <a:lvl9pPr marL="4114800" lvl="8" indent="-330200" algn="l">
              <a:spcBef>
                <a:spcPts val="500"/>
              </a:spcBef>
              <a:spcAft>
                <a:spcPts val="500"/>
              </a:spcAft>
              <a:buSzPts val="1600"/>
              <a:buChar char="■"/>
              <a:defRPr sz="1100"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dt" idx="10"/>
          </p:nvPr>
        </p:nvSpPr>
        <p:spPr>
          <a:xfrm>
            <a:off x="6508126" y="4476750"/>
            <a:ext cx="12001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/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ftr" idx="11"/>
          </p:nvPr>
        </p:nvSpPr>
        <p:spPr>
          <a:xfrm>
            <a:off x="971551" y="4476750"/>
            <a:ext cx="547942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sldNum" idx="12"/>
          </p:nvPr>
        </p:nvSpPr>
        <p:spPr>
          <a:xfrm>
            <a:off x="7765426" y="4476750"/>
            <a:ext cx="407023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100"/>
            </a:lvl1pPr>
            <a:lvl2pPr marL="0" lvl="1" indent="0" algn="r">
              <a:spcBef>
                <a:spcPts val="0"/>
              </a:spcBef>
              <a:buNone/>
              <a:defRPr sz="1100"/>
            </a:lvl2pPr>
            <a:lvl3pPr marL="0" lvl="2" indent="0" algn="r">
              <a:spcBef>
                <a:spcPts val="0"/>
              </a:spcBef>
              <a:buNone/>
              <a:defRPr sz="1100"/>
            </a:lvl3pPr>
            <a:lvl4pPr marL="0" lvl="3" indent="0" algn="r">
              <a:spcBef>
                <a:spcPts val="0"/>
              </a:spcBef>
              <a:buNone/>
              <a:defRPr sz="1100"/>
            </a:lvl4pPr>
            <a:lvl5pPr marL="0" lvl="4" indent="0" algn="r">
              <a:spcBef>
                <a:spcPts val="0"/>
              </a:spcBef>
              <a:buNone/>
              <a:defRPr sz="1100"/>
            </a:lvl5pPr>
            <a:lvl6pPr marL="0" lvl="5" indent="0" algn="r">
              <a:spcBef>
                <a:spcPts val="0"/>
              </a:spcBef>
              <a:buNone/>
              <a:defRPr sz="1100"/>
            </a:lvl6pPr>
            <a:lvl7pPr marL="0" lvl="6" indent="0" algn="r">
              <a:spcBef>
                <a:spcPts val="0"/>
              </a:spcBef>
              <a:buNone/>
              <a:defRPr sz="1100"/>
            </a:lvl7pPr>
            <a:lvl8pPr marL="0" lvl="7" indent="0" algn="r">
              <a:spcBef>
                <a:spcPts val="0"/>
              </a:spcBef>
              <a:buNone/>
              <a:defRPr sz="1100"/>
            </a:lvl8pPr>
            <a:lvl9pPr marL="0" lvl="8" indent="0" algn="r">
              <a:spcBef>
                <a:spcPts val="0"/>
              </a:spcBef>
              <a:buNone/>
              <a:defRPr sz="11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Open Sans"/>
              <a:buNone/>
              <a:defRPr sz="5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Open Sans"/>
              <a:buNone/>
              <a:defRPr sz="5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Open Sans"/>
              <a:buNone/>
              <a:defRPr sz="5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Open Sans"/>
              <a:buNone/>
              <a:defRPr sz="5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Open Sans"/>
              <a:buNone/>
              <a:defRPr sz="5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Open Sans"/>
              <a:buNone/>
              <a:defRPr sz="5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Open Sans"/>
              <a:buNone/>
              <a:defRPr sz="5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Open Sans"/>
              <a:buNone/>
              <a:defRPr sz="5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Open Sans"/>
              <a:buNone/>
              <a:defRPr sz="5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"/>
              <a:buNone/>
              <a:defRPr sz="3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"/>
              <a:buNone/>
              <a:defRPr sz="3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"/>
              <a:buNone/>
              <a:defRPr sz="3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"/>
              <a:buNone/>
              <a:defRPr sz="3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"/>
              <a:buNone/>
              <a:defRPr sz="3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"/>
              <a:buNone/>
              <a:defRPr sz="3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"/>
              <a:buNone/>
              <a:defRPr sz="3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"/>
              <a:buNone/>
              <a:defRPr sz="3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"/>
              <a:buNone/>
              <a:defRPr sz="3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73" name="Google Shape;73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Char char="○"/>
              <a:defRPr sz="12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Char char="■"/>
              <a:defRPr sz="12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Char char="●"/>
              <a:defRPr sz="12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Char char="○"/>
              <a:defRPr sz="12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Char char="■"/>
              <a:defRPr sz="12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Char char="●"/>
              <a:defRPr sz="12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Char char="○"/>
              <a:defRPr sz="12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200"/>
              <a:buFont typeface="Open Sans"/>
              <a:buChar char="■"/>
              <a:defRPr sz="12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77" name="Google Shape;77;p19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Char char="○"/>
              <a:defRPr sz="12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Char char="■"/>
              <a:defRPr sz="12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Char char="●"/>
              <a:defRPr sz="12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Char char="○"/>
              <a:defRPr sz="12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Char char="■"/>
              <a:defRPr sz="12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Char char="●"/>
              <a:defRPr sz="12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Char char="○"/>
              <a:defRPr sz="12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200"/>
              <a:buFont typeface="Open Sans"/>
              <a:buChar char="■"/>
              <a:defRPr sz="12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78" name="Google Shape;78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1" name="Google Shape;81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1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None/>
              <a:defRPr sz="2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None/>
              <a:defRPr sz="2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None/>
              <a:defRPr sz="2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None/>
              <a:defRPr sz="2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None/>
              <a:defRPr sz="2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None/>
              <a:defRPr sz="2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None/>
              <a:defRPr sz="2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None/>
              <a:defRPr sz="2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None/>
              <a:defRPr sz="2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Char char="●"/>
              <a:defRPr sz="12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Char char="○"/>
              <a:defRPr sz="12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Char char="■"/>
              <a:defRPr sz="12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Char char="●"/>
              <a:defRPr sz="12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Char char="○"/>
              <a:defRPr sz="12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Char char="■"/>
              <a:defRPr sz="12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Char char="●"/>
              <a:defRPr sz="12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Char char="○"/>
              <a:defRPr sz="12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200"/>
              <a:buFont typeface="Open Sans"/>
              <a:buChar char="■"/>
              <a:defRPr sz="12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Open Sans"/>
              <a:buNone/>
              <a:defRPr sz="4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Open Sans"/>
              <a:buNone/>
              <a:defRPr sz="4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Open Sans"/>
              <a:buNone/>
              <a:defRPr sz="4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Open Sans"/>
              <a:buNone/>
              <a:defRPr sz="4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Open Sans"/>
              <a:buNone/>
              <a:defRPr sz="4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Open Sans"/>
              <a:buNone/>
              <a:defRPr sz="4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Open Sans"/>
              <a:buNone/>
              <a:defRPr sz="4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Open Sans"/>
              <a:buNone/>
              <a:defRPr sz="4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Open Sans"/>
              <a:buNone/>
              <a:defRPr sz="4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23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Open Sans"/>
              <a:buNone/>
              <a:defRPr sz="4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Open Sans"/>
              <a:buNone/>
              <a:defRPr sz="4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Open Sans"/>
              <a:buNone/>
              <a:defRPr sz="4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Open Sans"/>
              <a:buNone/>
              <a:defRPr sz="4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Open Sans"/>
              <a:buNone/>
              <a:defRPr sz="4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Open Sans"/>
              <a:buNone/>
              <a:defRPr sz="4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Open Sans"/>
              <a:buNone/>
              <a:defRPr sz="4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Open Sans"/>
              <a:buNone/>
              <a:defRPr sz="4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Open Sans"/>
              <a:buNone/>
              <a:defRPr sz="4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Open Sans"/>
              <a:buNone/>
              <a:defRPr sz="21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Open Sans"/>
              <a:buNone/>
              <a:defRPr sz="21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Open Sans"/>
              <a:buNone/>
              <a:defRPr sz="21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Open Sans"/>
              <a:buNone/>
              <a:defRPr sz="21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Open Sans"/>
              <a:buNone/>
              <a:defRPr sz="21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Open Sans"/>
              <a:buNone/>
              <a:defRPr sz="21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Open Sans"/>
              <a:buNone/>
              <a:defRPr sz="21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Open Sans"/>
              <a:buNone/>
              <a:defRPr sz="21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Open Sans"/>
              <a:buNone/>
              <a:defRPr sz="21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93" name="Google Shape;93;p23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94" name="Google Shape;94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4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None/>
              <a:defRPr sz="1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endParaRPr/>
          </a:p>
        </p:txBody>
      </p:sp>
      <p:sp>
        <p:nvSpPr>
          <p:cNvPr id="97" name="Google Shape;97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>
            <a:spLocks noGrp="1"/>
          </p:cNvSpPr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Open Sans"/>
              <a:buNone/>
              <a:defRPr sz="120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Open Sans"/>
              <a:buNone/>
              <a:defRPr sz="120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Open Sans"/>
              <a:buNone/>
              <a:defRPr sz="120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Open Sans"/>
              <a:buNone/>
              <a:defRPr sz="120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Open Sans"/>
              <a:buNone/>
              <a:defRPr sz="120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Open Sans"/>
              <a:buNone/>
              <a:defRPr sz="120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Open Sans"/>
              <a:buNone/>
              <a:defRPr sz="120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Open Sans"/>
              <a:buNone/>
              <a:defRPr sz="120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Open Sans"/>
              <a:buNone/>
              <a:defRPr sz="120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00" name="Google Shape;100;p25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429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01" name="Google Shape;101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7"/>
          <p:cNvSpPr txBox="1">
            <a:spLocks noGrp="1"/>
          </p:cNvSpPr>
          <p:nvPr>
            <p:ph type="body" idx="1"/>
          </p:nvPr>
        </p:nvSpPr>
        <p:spPr>
          <a:xfrm>
            <a:off x="381001" y="883820"/>
            <a:ext cx="8368363" cy="173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/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BFBFBF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05" name="Google Shape;105;p27"/>
          <p:cNvSpPr txBox="1">
            <a:spLocks noGrp="1"/>
          </p:cNvSpPr>
          <p:nvPr>
            <p:ph type="title"/>
          </p:nvPr>
        </p:nvSpPr>
        <p:spPr>
          <a:xfrm>
            <a:off x="381001" y="341314"/>
            <a:ext cx="8368363" cy="495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/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3200"/>
              <a:buFont typeface="Roboto"/>
              <a:buNone/>
              <a:defRPr sz="3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3_Title Slide">
  <p:cSld name="23_Title Slide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9"/>
          <p:cNvSpPr txBox="1">
            <a:spLocks noGrp="1"/>
          </p:cNvSpPr>
          <p:nvPr>
            <p:ph type="body" idx="1"/>
          </p:nvPr>
        </p:nvSpPr>
        <p:spPr>
          <a:xfrm>
            <a:off x="381001" y="883820"/>
            <a:ext cx="8368363" cy="173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/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BFBFBF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3" name="Google Shape;113;p29"/>
          <p:cNvSpPr txBox="1">
            <a:spLocks noGrp="1"/>
          </p:cNvSpPr>
          <p:nvPr>
            <p:ph type="title"/>
          </p:nvPr>
        </p:nvSpPr>
        <p:spPr>
          <a:xfrm>
            <a:off x="381001" y="341314"/>
            <a:ext cx="8368363" cy="495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/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3200"/>
              <a:buFont typeface="Roboto"/>
              <a:buNone/>
              <a:defRPr sz="3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22" name="Google Shape;122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23" name="Google Shape;123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Open Sans"/>
              <a:buNone/>
              <a:defRPr sz="5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Open Sans"/>
              <a:buNone/>
              <a:defRPr sz="5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Open Sans"/>
              <a:buNone/>
              <a:defRPr sz="5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Open Sans"/>
              <a:buNone/>
              <a:defRPr sz="5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Open Sans"/>
              <a:buNone/>
              <a:defRPr sz="5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Open Sans"/>
              <a:buNone/>
              <a:defRPr sz="5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Open Sans"/>
              <a:buNone/>
              <a:defRPr sz="5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Open Sans"/>
              <a:buNone/>
              <a:defRPr sz="5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Open Sans"/>
              <a:buNone/>
              <a:defRPr sz="5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26" name="Google Shape;126;p3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27" name="Google Shape;127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"/>
              <a:buNone/>
              <a:defRPr sz="3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"/>
              <a:buNone/>
              <a:defRPr sz="3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"/>
              <a:buNone/>
              <a:defRPr sz="3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"/>
              <a:buNone/>
              <a:defRPr sz="3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"/>
              <a:buNone/>
              <a:defRPr sz="3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"/>
              <a:buNone/>
              <a:defRPr sz="3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"/>
              <a:buNone/>
              <a:defRPr sz="3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"/>
              <a:buNone/>
              <a:defRPr sz="3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"/>
              <a:buNone/>
              <a:defRPr sz="3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30" name="Google Shape;130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33" name="Google Shape;133;p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Char char="○"/>
              <a:defRPr sz="12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Char char="■"/>
              <a:defRPr sz="12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Char char="●"/>
              <a:defRPr sz="12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Char char="○"/>
              <a:defRPr sz="12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Char char="■"/>
              <a:defRPr sz="12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Char char="●"/>
              <a:defRPr sz="12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Char char="○"/>
              <a:defRPr sz="12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200"/>
              <a:buFont typeface="Open Sans"/>
              <a:buChar char="■"/>
              <a:defRPr sz="12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34" name="Google Shape;134;p3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Char char="○"/>
              <a:defRPr sz="12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Char char="■"/>
              <a:defRPr sz="12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Char char="●"/>
              <a:defRPr sz="12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Char char="○"/>
              <a:defRPr sz="12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Char char="■"/>
              <a:defRPr sz="12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Char char="●"/>
              <a:defRPr sz="12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Char char="○"/>
              <a:defRPr sz="12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200"/>
              <a:buFont typeface="Open Sans"/>
              <a:buChar char="■"/>
              <a:defRPr sz="12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35" name="Google Shape;135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38" name="Google Shape;138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None/>
              <a:defRPr sz="2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None/>
              <a:defRPr sz="2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None/>
              <a:defRPr sz="2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None/>
              <a:defRPr sz="2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None/>
              <a:defRPr sz="2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None/>
              <a:defRPr sz="2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None/>
              <a:defRPr sz="2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None/>
              <a:defRPr sz="2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None/>
              <a:defRPr sz="2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41" name="Google Shape;141;p3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Char char="●"/>
              <a:defRPr sz="12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Char char="○"/>
              <a:defRPr sz="12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Char char="■"/>
              <a:defRPr sz="12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Char char="●"/>
              <a:defRPr sz="12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Char char="○"/>
              <a:defRPr sz="12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Char char="■"/>
              <a:defRPr sz="12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Char char="●"/>
              <a:defRPr sz="12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Char char="○"/>
              <a:defRPr sz="12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200"/>
              <a:buFont typeface="Open Sans"/>
              <a:buChar char="■"/>
              <a:defRPr sz="12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42" name="Google Shape;142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Open Sans"/>
              <a:buNone/>
              <a:defRPr sz="4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Open Sans"/>
              <a:buNone/>
              <a:defRPr sz="4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Open Sans"/>
              <a:buNone/>
              <a:defRPr sz="4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Open Sans"/>
              <a:buNone/>
              <a:defRPr sz="4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Open Sans"/>
              <a:buNone/>
              <a:defRPr sz="4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Open Sans"/>
              <a:buNone/>
              <a:defRPr sz="4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Open Sans"/>
              <a:buNone/>
              <a:defRPr sz="4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Open Sans"/>
              <a:buNone/>
              <a:defRPr sz="4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Open Sans"/>
              <a:buNone/>
              <a:defRPr sz="4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45" name="Google Shape;145;p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3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Open Sans"/>
              <a:buNone/>
              <a:defRPr sz="4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Open Sans"/>
              <a:buNone/>
              <a:defRPr sz="4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Open Sans"/>
              <a:buNone/>
              <a:defRPr sz="4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Open Sans"/>
              <a:buNone/>
              <a:defRPr sz="4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Open Sans"/>
              <a:buNone/>
              <a:defRPr sz="4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Open Sans"/>
              <a:buNone/>
              <a:defRPr sz="4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Open Sans"/>
              <a:buNone/>
              <a:defRPr sz="4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Open Sans"/>
              <a:buNone/>
              <a:defRPr sz="4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Open Sans"/>
              <a:buNone/>
              <a:defRPr sz="4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49" name="Google Shape;149;p3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Open Sans"/>
              <a:buNone/>
              <a:defRPr sz="21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Open Sans"/>
              <a:buNone/>
              <a:defRPr sz="21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Open Sans"/>
              <a:buNone/>
              <a:defRPr sz="21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Open Sans"/>
              <a:buNone/>
              <a:defRPr sz="21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Open Sans"/>
              <a:buNone/>
              <a:defRPr sz="21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Open Sans"/>
              <a:buNone/>
              <a:defRPr sz="21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Open Sans"/>
              <a:buNone/>
              <a:defRPr sz="21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Open Sans"/>
              <a:buNone/>
              <a:defRPr sz="21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Open Sans"/>
              <a:buNone/>
              <a:defRPr sz="21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50" name="Google Shape;150;p3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51" name="Google Shape;151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None/>
              <a:defRPr sz="1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endParaRPr/>
          </a:p>
        </p:txBody>
      </p:sp>
      <p:sp>
        <p:nvSpPr>
          <p:cNvPr id="154" name="Google Shape;154;p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1"/>
          <p:cNvSpPr txBox="1">
            <a:spLocks noGrp="1"/>
          </p:cNvSpPr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Open Sans"/>
              <a:buNone/>
              <a:defRPr sz="120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Open Sans"/>
              <a:buNone/>
              <a:defRPr sz="120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Open Sans"/>
              <a:buNone/>
              <a:defRPr sz="120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Open Sans"/>
              <a:buNone/>
              <a:defRPr sz="120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Open Sans"/>
              <a:buNone/>
              <a:defRPr sz="120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Open Sans"/>
              <a:buNone/>
              <a:defRPr sz="120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Open Sans"/>
              <a:buNone/>
              <a:defRPr sz="120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Open Sans"/>
              <a:buNone/>
              <a:defRPr sz="120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Open Sans"/>
              <a:buNone/>
              <a:defRPr sz="120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57" name="Google Shape;157;p4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429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58" name="Google Shape;158;p4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1" r:id="rId1"/>
    <p:sldLayoutId id="2147483673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16" name="Google Shape;116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17" name="Google Shape;117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.png"/><Relationship Id="rId5" Type="http://schemas.openxmlformats.org/officeDocument/2006/relationships/image" Target="../media/image3.gif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12.jpg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9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9.pn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9.png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9.png"/><Relationship Id="rId7" Type="http://schemas.openxmlformats.org/officeDocument/2006/relationships/diagramColors" Target="../diagrams/colors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9.png"/><Relationship Id="rId7" Type="http://schemas.openxmlformats.org/officeDocument/2006/relationships/diagramColors" Target="../diagrams/colors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4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/><Relationship Id="rId3" Type="http://schemas.openxmlformats.org/officeDocument/2006/relationships/image" Target="../media/image9.png"/><Relationship Id="rId7" Type="http://schemas.openxmlformats.org/officeDocument/2006/relationships/diagramColors" Target="../diagrams/colors6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4.xml"/><Relationship Id="rId6" Type="http://schemas.openxmlformats.org/officeDocument/2006/relationships/diagramQuickStyle" Target="../diagrams/quickStyle6.xml"/><Relationship Id="rId5" Type="http://schemas.openxmlformats.org/officeDocument/2006/relationships/diagramLayout" Target="../diagrams/layout6.xml"/><Relationship Id="rId4" Type="http://schemas.openxmlformats.org/officeDocument/2006/relationships/diagramData" Target="../diagrams/data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8.png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825" y="0"/>
            <a:ext cx="9147625" cy="422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56" descr="Картинки по запросу минсельхоз 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60401" y="4477960"/>
            <a:ext cx="382500" cy="3825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0"/>
              </a:srgbClr>
            </a:outerShdw>
          </a:effectLst>
        </p:spPr>
      </p:pic>
      <p:pic>
        <p:nvPicPr>
          <p:cNvPr id="222" name="Google Shape;222;p56" descr="Картинки по запросу Россельхознадзор 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25569" y="4463619"/>
            <a:ext cx="382635" cy="411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56" descr="ФГБУ "/>
          <p:cNvPicPr preferRelativeResize="0"/>
          <p:nvPr/>
        </p:nvPicPr>
        <p:blipFill rotWithShape="1">
          <a:blip r:embed="rId6">
            <a:alphaModFix/>
          </a:blip>
          <a:srcRect r="86801"/>
          <a:stretch/>
        </p:blipFill>
        <p:spPr>
          <a:xfrm>
            <a:off x="3790873" y="4455844"/>
            <a:ext cx="382638" cy="4268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56"/>
          <p:cNvPicPr preferRelativeResize="0"/>
          <p:nvPr/>
        </p:nvPicPr>
        <p:blipFill rotWithShape="1">
          <a:blip r:embed="rId7">
            <a:alphaModFix/>
          </a:blip>
          <a:srcRect r="71090"/>
          <a:stretch/>
        </p:blipFill>
        <p:spPr>
          <a:xfrm>
            <a:off x="4356178" y="4463623"/>
            <a:ext cx="416154" cy="411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56"/>
          <p:cNvPicPr preferRelativeResize="0"/>
          <p:nvPr/>
        </p:nvPicPr>
        <p:blipFill rotWithShape="1">
          <a:blip r:embed="rId8">
            <a:alphaModFix/>
          </a:blip>
          <a:srcRect r="67735"/>
          <a:stretch/>
        </p:blipFill>
        <p:spPr>
          <a:xfrm>
            <a:off x="5620255" y="4450248"/>
            <a:ext cx="619095" cy="43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56" descr="Картинки по запросу ветис png"/>
          <p:cNvPicPr preferRelativeResize="0"/>
          <p:nvPr/>
        </p:nvPicPr>
        <p:blipFill rotWithShape="1">
          <a:blip r:embed="rId9">
            <a:alphaModFix/>
          </a:blip>
          <a:srcRect t="14770"/>
          <a:stretch/>
        </p:blipFill>
        <p:spPr>
          <a:xfrm>
            <a:off x="4955000" y="4463623"/>
            <a:ext cx="482587" cy="411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56"/>
          <p:cNvPicPr preferRelativeResize="0"/>
          <p:nvPr/>
        </p:nvPicPr>
        <p:blipFill rotWithShape="1">
          <a:blip r:embed="rId10">
            <a:alphaModFix/>
          </a:blip>
          <a:srcRect b="31162"/>
          <a:stretch/>
        </p:blipFill>
        <p:spPr>
          <a:xfrm>
            <a:off x="2785200" y="467200"/>
            <a:ext cx="3573602" cy="1259398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56"/>
          <p:cNvSpPr txBox="1">
            <a:spLocks noGrp="1"/>
          </p:cNvSpPr>
          <p:nvPr>
            <p:ph type="title" idx="4294967295"/>
          </p:nvPr>
        </p:nvSpPr>
        <p:spPr>
          <a:xfrm>
            <a:off x="387738" y="1758917"/>
            <a:ext cx="8368500" cy="12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3200"/>
              <a:buFont typeface="Roboto"/>
              <a:buNone/>
            </a:pPr>
            <a:r>
              <a:rPr lang="ru" b="1" dirty="0">
                <a:solidFill>
                  <a:srgbClr val="000000"/>
                </a:solidFill>
              </a:rPr>
              <a:t>НАЦИОНАЛЬНОЕ АГЕНТСТВО</a:t>
            </a:r>
            <a:br>
              <a:rPr lang="ru" b="1" dirty="0">
                <a:solidFill>
                  <a:srgbClr val="000000"/>
                </a:solidFill>
              </a:rPr>
            </a:br>
            <a:r>
              <a:rPr lang="ru" b="1" dirty="0">
                <a:solidFill>
                  <a:srgbClr val="000000"/>
                </a:solidFill>
              </a:rPr>
              <a:t>ИДЕНТИФИКАЦИИ ЖИВОТНЫХ</a:t>
            </a:r>
            <a:endParaRPr sz="3200" b="1" i="0" u="none" strike="noStrike" cap="none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9" name="Google Shape;229;p56"/>
          <p:cNvSpPr txBox="1"/>
          <p:nvPr/>
        </p:nvSpPr>
        <p:spPr>
          <a:xfrm>
            <a:off x="1709575" y="3278525"/>
            <a:ext cx="5727900" cy="6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dirty="0">
                <a:latin typeface="Open Sans"/>
                <a:ea typeface="Open Sans"/>
                <a:cs typeface="Open Sans"/>
                <a:sym typeface="Open Sans"/>
              </a:rPr>
              <a:t>ПРОГРАММНЫЙ КОМПЛЕКС ДЛЯ РАБОТЫ</a:t>
            </a:r>
            <a:endParaRPr dirty="0"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dirty="0">
                <a:latin typeface="Open Sans"/>
                <a:ea typeface="Open Sans"/>
                <a:cs typeface="Open Sans"/>
                <a:sym typeface="Open Sans"/>
              </a:rPr>
              <a:t>ЛАБОРАТОРИЙ </a:t>
            </a:r>
            <a:r>
              <a:rPr lang="ru" dirty="0" smtClean="0">
                <a:latin typeface="Open Sans"/>
                <a:ea typeface="Open Sans"/>
                <a:cs typeface="Open Sans"/>
                <a:sym typeface="Open Sans"/>
              </a:rPr>
              <a:t>ВЕТЕРИНАРНО-САНИТАРНОЙ ЭКСПЕРТИЗЫ</a:t>
            </a:r>
            <a:endParaRPr dirty="0"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dirty="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Google Shape;277;p63"/>
          <p:cNvPicPr preferRelativeResize="0"/>
          <p:nvPr/>
        </p:nvPicPr>
        <p:blipFill rotWithShape="1">
          <a:blip r:embed="rId3">
            <a:alphaModFix amt="23000"/>
          </a:blip>
          <a:srcRect b="18407"/>
          <a:stretch/>
        </p:blipFill>
        <p:spPr>
          <a:xfrm flipH="1">
            <a:off x="-1" y="0"/>
            <a:ext cx="9144001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63"/>
          <p:cNvSpPr/>
          <p:nvPr/>
        </p:nvSpPr>
        <p:spPr>
          <a:xfrm>
            <a:off x="268050" y="258000"/>
            <a:ext cx="8607900" cy="4627500"/>
          </a:xfrm>
          <a:prstGeom prst="rect">
            <a:avLst/>
          </a:prstGeom>
          <a:gradFill>
            <a:gsLst>
              <a:gs pos="0">
                <a:srgbClr val="DDDDDD"/>
              </a:gs>
              <a:gs pos="100000">
                <a:srgbClr val="91919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63"/>
          <p:cNvSpPr/>
          <p:nvPr/>
        </p:nvSpPr>
        <p:spPr>
          <a:xfrm>
            <a:off x="344250" y="331950"/>
            <a:ext cx="8455500" cy="447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63"/>
          <p:cNvSpPr txBox="1"/>
          <p:nvPr/>
        </p:nvSpPr>
        <p:spPr>
          <a:xfrm>
            <a:off x="381001" y="493714"/>
            <a:ext cx="83685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600" b="1">
                <a:latin typeface="Open Sans"/>
                <a:ea typeface="Open Sans"/>
                <a:cs typeface="Open Sans"/>
                <a:sym typeface="Open Sans"/>
              </a:rPr>
              <a:t>УСПЕШНО ВНЕДРЕН В ЧЕТЫРЕХ СУБЪЕКТАХ</a:t>
            </a:r>
            <a:endParaRPr sz="2600" b="1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81" name="Google Shape;281;p6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61370" y="1875657"/>
            <a:ext cx="1491095" cy="10676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6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723448" y="1875656"/>
            <a:ext cx="1614578" cy="1065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6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604024" y="1875656"/>
            <a:ext cx="1519672" cy="10675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63"/>
          <p:cNvPicPr preferRelativeResize="0"/>
          <p:nvPr/>
        </p:nvPicPr>
        <p:blipFill rotWithShape="1">
          <a:blip r:embed="rId7">
            <a:alphaModFix/>
          </a:blip>
          <a:srcRect t="3600" b="3600"/>
          <a:stretch/>
        </p:blipFill>
        <p:spPr>
          <a:xfrm>
            <a:off x="6389692" y="1875656"/>
            <a:ext cx="1715218" cy="1072011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63"/>
          <p:cNvSpPr/>
          <p:nvPr/>
        </p:nvSpPr>
        <p:spPr>
          <a:xfrm>
            <a:off x="837775" y="3036850"/>
            <a:ext cx="1715100" cy="639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 i="0" u="none" strike="noStrike" cap="none">
                <a:latin typeface="Open Sans"/>
                <a:ea typeface="Open Sans"/>
                <a:cs typeface="Open Sans"/>
                <a:sym typeface="Open Sans"/>
              </a:rPr>
              <a:t>Санкт-Петербург</a:t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 i="0" u="none" strike="noStrike" cap="none">
                <a:latin typeface="Open Sans"/>
                <a:ea typeface="Open Sans"/>
                <a:cs typeface="Open Sans"/>
                <a:sym typeface="Open Sans"/>
              </a:rPr>
              <a:t>с 2015 года</a:t>
            </a:r>
            <a:endParaRPr sz="1400" i="0" u="none" strike="noStrike" cap="none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6" name="Google Shape;286;p63"/>
          <p:cNvSpPr/>
          <p:nvPr/>
        </p:nvSpPr>
        <p:spPr>
          <a:xfrm>
            <a:off x="2625400" y="3039350"/>
            <a:ext cx="1813200" cy="639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 i="0" u="none" strike="noStrike" cap="none">
                <a:latin typeface="Open Sans"/>
                <a:ea typeface="Open Sans"/>
                <a:cs typeface="Open Sans"/>
                <a:sym typeface="Open Sans"/>
              </a:rPr>
              <a:t>Нижний Новгород</a:t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 i="0" u="none" strike="noStrike" cap="none">
                <a:latin typeface="Open Sans"/>
                <a:ea typeface="Open Sans"/>
                <a:cs typeface="Open Sans"/>
                <a:sym typeface="Open Sans"/>
              </a:rPr>
              <a:t>с 2015 года</a:t>
            </a:r>
            <a:endParaRPr sz="1400" i="0" u="none" strike="noStrike" cap="none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7" name="Google Shape;287;p63"/>
          <p:cNvSpPr/>
          <p:nvPr/>
        </p:nvSpPr>
        <p:spPr>
          <a:xfrm>
            <a:off x="4618311" y="3039341"/>
            <a:ext cx="1491000" cy="639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 i="0" u="none" strike="noStrike" cap="none">
                <a:latin typeface="Open Sans"/>
                <a:ea typeface="Open Sans"/>
                <a:cs typeface="Open Sans"/>
                <a:sym typeface="Open Sans"/>
              </a:rPr>
              <a:t>Тверь</a:t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 i="0" u="none" strike="noStrike" cap="none">
                <a:latin typeface="Open Sans"/>
                <a:ea typeface="Open Sans"/>
                <a:cs typeface="Open Sans"/>
                <a:sym typeface="Open Sans"/>
              </a:rPr>
              <a:t>с 2017 года</a:t>
            </a:r>
            <a:endParaRPr sz="1400" i="0" u="none" strike="noStrike" cap="none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8" name="Google Shape;288;p63"/>
          <p:cNvSpPr/>
          <p:nvPr/>
        </p:nvSpPr>
        <p:spPr>
          <a:xfrm>
            <a:off x="6501753" y="3039341"/>
            <a:ext cx="1491000" cy="639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 i="0" u="none" strike="noStrike" cap="none">
                <a:latin typeface="Open Sans"/>
                <a:ea typeface="Open Sans"/>
                <a:cs typeface="Open Sans"/>
                <a:sym typeface="Open Sans"/>
              </a:rPr>
              <a:t>Уфа</a:t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 i="0" u="none" strike="noStrike" cap="none">
                <a:latin typeface="Open Sans"/>
                <a:ea typeface="Open Sans"/>
                <a:cs typeface="Open Sans"/>
                <a:sym typeface="Open Sans"/>
              </a:rPr>
              <a:t>с 2017 года</a:t>
            </a:r>
            <a:endParaRPr sz="1400" i="0" u="none" strike="noStrike" cap="none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p64"/>
          <p:cNvPicPr preferRelativeResize="0"/>
          <p:nvPr/>
        </p:nvPicPr>
        <p:blipFill rotWithShape="1">
          <a:blip r:embed="rId3">
            <a:alphaModFix amt="23000"/>
          </a:blip>
          <a:srcRect b="18407"/>
          <a:stretch/>
        </p:blipFill>
        <p:spPr>
          <a:xfrm flipH="1">
            <a:off x="-1" y="0"/>
            <a:ext cx="9144001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64"/>
          <p:cNvSpPr/>
          <p:nvPr/>
        </p:nvSpPr>
        <p:spPr>
          <a:xfrm>
            <a:off x="268050" y="258000"/>
            <a:ext cx="8607900" cy="4627500"/>
          </a:xfrm>
          <a:prstGeom prst="rect">
            <a:avLst/>
          </a:prstGeom>
          <a:gradFill>
            <a:gsLst>
              <a:gs pos="0">
                <a:srgbClr val="DDDDDD"/>
              </a:gs>
              <a:gs pos="100000">
                <a:srgbClr val="91919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64"/>
          <p:cNvSpPr/>
          <p:nvPr/>
        </p:nvSpPr>
        <p:spPr>
          <a:xfrm>
            <a:off x="344250" y="331950"/>
            <a:ext cx="8455500" cy="447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64"/>
          <p:cNvSpPr txBox="1"/>
          <p:nvPr/>
        </p:nvSpPr>
        <p:spPr>
          <a:xfrm>
            <a:off x="381000" y="331950"/>
            <a:ext cx="8368500" cy="13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ru" sz="2600" b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ТЕХНИЧЕСКИЕ ТРЕБОВАНИЯ ДЛЯ РАБОТЫ В ПРОГРАММНОМ КОМПЛЕКСЕ ЛВСЭ</a:t>
            </a:r>
            <a:endParaRPr sz="2600" b="1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00" b="1"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297" name="Google Shape;297;p64"/>
          <p:cNvGrpSpPr/>
          <p:nvPr/>
        </p:nvGrpSpPr>
        <p:grpSpPr>
          <a:xfrm>
            <a:off x="497833" y="2564456"/>
            <a:ext cx="2538614" cy="2366355"/>
            <a:chOff x="-14455" y="598"/>
            <a:chExt cx="6771444" cy="6308597"/>
          </a:xfrm>
        </p:grpSpPr>
        <p:sp>
          <p:nvSpPr>
            <p:cNvPr id="298" name="Google Shape;298;p64"/>
            <p:cNvSpPr/>
            <p:nvPr/>
          </p:nvSpPr>
          <p:spPr>
            <a:xfrm rot="7414011">
              <a:off x="2825873" y="2965604"/>
              <a:ext cx="3865099" cy="2232343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5582"/>
                  </a:moveTo>
                  <a:lnTo>
                    <a:pt x="5163" y="0"/>
                  </a:lnTo>
                  <a:lnTo>
                    <a:pt x="21599" y="16035"/>
                  </a:lnTo>
                  <a:lnTo>
                    <a:pt x="16536" y="21600"/>
                  </a:lnTo>
                  <a:lnTo>
                    <a:pt x="0" y="5582"/>
                  </a:lnTo>
                  <a:close/>
                </a:path>
              </a:pathLst>
            </a:custGeom>
            <a:solidFill>
              <a:srgbClr val="1DC1FF">
                <a:alpha val="59609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99" name="Google Shape;299;p64"/>
            <p:cNvSpPr/>
            <p:nvPr/>
          </p:nvSpPr>
          <p:spPr>
            <a:xfrm rot="7414007">
              <a:off x="1899289" y="113634"/>
              <a:ext cx="2965120" cy="5020405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lnTo>
                    <a:pt x="0" y="14076"/>
                  </a:lnTo>
                  <a:lnTo>
                    <a:pt x="21234" y="21599"/>
                  </a:lnTo>
                  <a:lnTo>
                    <a:pt x="21599" y="71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79610"/>
              </a:scheme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00" name="Google Shape;300;p64"/>
            <p:cNvSpPr/>
            <p:nvPr/>
          </p:nvSpPr>
          <p:spPr>
            <a:xfrm rot="7413999">
              <a:off x="1405893" y="1951384"/>
              <a:ext cx="944714" cy="3916095"/>
            </a:xfrm>
            <a:custGeom>
              <a:avLst/>
              <a:gdLst/>
              <a:ahLst/>
              <a:cxnLst/>
              <a:rect l="l" t="t" r="r" b="b"/>
              <a:pathLst>
                <a:path w="21901" h="21701" extrusionOk="0">
                  <a:moveTo>
                    <a:pt x="914" y="3188"/>
                  </a:moveTo>
                  <a:lnTo>
                    <a:pt x="21901" y="0"/>
                  </a:lnTo>
                  <a:lnTo>
                    <a:pt x="21901" y="18318"/>
                  </a:lnTo>
                  <a:lnTo>
                    <a:pt x="0" y="21701"/>
                  </a:lnTo>
                  <a:cubicBezTo>
                    <a:pt x="100" y="15552"/>
                    <a:pt x="814" y="9337"/>
                    <a:pt x="914" y="3188"/>
                  </a:cubicBezTo>
                  <a:close/>
                </a:path>
              </a:pathLst>
            </a:custGeom>
            <a:solidFill>
              <a:srgbClr val="004A65">
                <a:alpha val="7961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01" name="Google Shape;301;p64"/>
          <p:cNvGrpSpPr/>
          <p:nvPr/>
        </p:nvGrpSpPr>
        <p:grpSpPr>
          <a:xfrm>
            <a:off x="513235" y="1943143"/>
            <a:ext cx="2285161" cy="2125394"/>
            <a:chOff x="-22591" y="1114"/>
            <a:chExt cx="6093762" cy="5667716"/>
          </a:xfrm>
        </p:grpSpPr>
        <p:sp>
          <p:nvSpPr>
            <p:cNvPr id="302" name="Google Shape;302;p64"/>
            <p:cNvSpPr/>
            <p:nvPr/>
          </p:nvSpPr>
          <p:spPr>
            <a:xfrm rot="7414033">
              <a:off x="2539539" y="2664348"/>
              <a:ext cx="3471670" cy="2006700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5582"/>
                  </a:moveTo>
                  <a:lnTo>
                    <a:pt x="5163" y="0"/>
                  </a:lnTo>
                  <a:lnTo>
                    <a:pt x="21599" y="16035"/>
                  </a:lnTo>
                  <a:lnTo>
                    <a:pt x="16536" y="21599"/>
                  </a:lnTo>
                  <a:lnTo>
                    <a:pt x="0" y="5582"/>
                  </a:lnTo>
                  <a:close/>
                </a:path>
              </a:pathLst>
            </a:custGeom>
            <a:solidFill>
              <a:srgbClr val="FFD966">
                <a:alpha val="59609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03" name="Google Shape;303;p64"/>
            <p:cNvSpPr/>
            <p:nvPr/>
          </p:nvSpPr>
          <p:spPr>
            <a:xfrm rot="7413962">
              <a:off x="1706814" y="102949"/>
              <a:ext cx="2663679" cy="4508748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lnTo>
                    <a:pt x="0" y="14076"/>
                  </a:lnTo>
                  <a:lnTo>
                    <a:pt x="21234" y="21600"/>
                  </a:lnTo>
                  <a:lnTo>
                    <a:pt x="21599" y="71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alpha val="79610"/>
              </a:scheme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04" name="Google Shape;304;p64"/>
            <p:cNvSpPr/>
            <p:nvPr/>
          </p:nvSpPr>
          <p:spPr>
            <a:xfrm rot="7414019">
              <a:off x="1256559" y="1747284"/>
              <a:ext cx="856389" cy="3529786"/>
            </a:xfrm>
            <a:custGeom>
              <a:avLst/>
              <a:gdLst/>
              <a:ahLst/>
              <a:cxnLst/>
              <a:rect l="l" t="t" r="r" b="b"/>
              <a:pathLst>
                <a:path w="22111" h="21770" extrusionOk="0">
                  <a:moveTo>
                    <a:pt x="511" y="3254"/>
                  </a:moveTo>
                  <a:lnTo>
                    <a:pt x="22111" y="0"/>
                  </a:lnTo>
                  <a:lnTo>
                    <a:pt x="22111" y="18318"/>
                  </a:lnTo>
                  <a:lnTo>
                    <a:pt x="0" y="21770"/>
                  </a:lnTo>
                  <a:cubicBezTo>
                    <a:pt x="170" y="15598"/>
                    <a:pt x="341" y="9426"/>
                    <a:pt x="511" y="3254"/>
                  </a:cubicBezTo>
                  <a:close/>
                </a:path>
              </a:pathLst>
            </a:custGeom>
            <a:solidFill>
              <a:srgbClr val="BF9000">
                <a:alpha val="7961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05" name="Google Shape;305;p64"/>
          <p:cNvGrpSpPr/>
          <p:nvPr/>
        </p:nvGrpSpPr>
        <p:grpSpPr>
          <a:xfrm>
            <a:off x="534642" y="1369551"/>
            <a:ext cx="1980213" cy="1840088"/>
            <a:chOff x="-25834" y="299"/>
            <a:chExt cx="5280569" cy="4905592"/>
          </a:xfrm>
        </p:grpSpPr>
        <p:sp>
          <p:nvSpPr>
            <p:cNvPr id="306" name="Google Shape;306;p64"/>
            <p:cNvSpPr/>
            <p:nvPr/>
          </p:nvSpPr>
          <p:spPr>
            <a:xfrm rot="7413968">
              <a:off x="2198068" y="2305524"/>
              <a:ext cx="3004824" cy="1736741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5582"/>
                  </a:moveTo>
                  <a:lnTo>
                    <a:pt x="5163" y="0"/>
                  </a:lnTo>
                  <a:lnTo>
                    <a:pt x="21600" y="16035"/>
                  </a:lnTo>
                  <a:lnTo>
                    <a:pt x="16536" y="21600"/>
                  </a:lnTo>
                  <a:lnTo>
                    <a:pt x="0" y="5582"/>
                  </a:lnTo>
                  <a:close/>
                </a:path>
              </a:pathLst>
            </a:custGeom>
            <a:solidFill>
              <a:srgbClr val="F5887F">
                <a:alpha val="59609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07" name="Google Shape;307;p64"/>
            <p:cNvSpPr/>
            <p:nvPr/>
          </p:nvSpPr>
          <p:spPr>
            <a:xfrm rot="7414010">
              <a:off x="1477317" y="87884"/>
              <a:ext cx="2304801" cy="3903664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lnTo>
                    <a:pt x="0" y="14076"/>
                  </a:lnTo>
                  <a:lnTo>
                    <a:pt x="21234" y="21600"/>
                  </a:lnTo>
                  <a:lnTo>
                    <a:pt x="21600" y="71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>
                <a:alpha val="79610"/>
              </a:scheme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08" name="Google Shape;308;p64"/>
            <p:cNvSpPr/>
            <p:nvPr/>
          </p:nvSpPr>
          <p:spPr>
            <a:xfrm rot="7413935">
              <a:off x="1084477" y="1505658"/>
              <a:ext cx="742720" cy="3063571"/>
            </a:xfrm>
            <a:custGeom>
              <a:avLst/>
              <a:gdLst/>
              <a:ahLst/>
              <a:cxnLst/>
              <a:rect l="l" t="t" r="r" b="b"/>
              <a:pathLst>
                <a:path w="22164" h="21824" extrusionOk="0">
                  <a:moveTo>
                    <a:pt x="565" y="3254"/>
                  </a:moveTo>
                  <a:lnTo>
                    <a:pt x="22164" y="0"/>
                  </a:lnTo>
                  <a:lnTo>
                    <a:pt x="22164" y="18318"/>
                  </a:lnTo>
                  <a:lnTo>
                    <a:pt x="0" y="21824"/>
                  </a:lnTo>
                  <a:cubicBezTo>
                    <a:pt x="188" y="15634"/>
                    <a:pt x="377" y="9444"/>
                    <a:pt x="565" y="3254"/>
                  </a:cubicBezTo>
                  <a:close/>
                </a:path>
              </a:pathLst>
            </a:custGeom>
            <a:solidFill>
              <a:srgbClr val="C41D10">
                <a:alpha val="7961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309" name="Google Shape;309;p64"/>
          <p:cNvCxnSpPr/>
          <p:nvPr/>
        </p:nvCxnSpPr>
        <p:spPr>
          <a:xfrm>
            <a:off x="2093927" y="2172515"/>
            <a:ext cx="3805200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lgDash"/>
            <a:round/>
            <a:headEnd type="none" w="med" len="med"/>
            <a:tailEnd type="none" w="med" len="med"/>
          </a:ln>
        </p:spPr>
      </p:cxnSp>
      <p:cxnSp>
        <p:nvCxnSpPr>
          <p:cNvPr id="310" name="Google Shape;310;p64"/>
          <p:cNvCxnSpPr/>
          <p:nvPr/>
        </p:nvCxnSpPr>
        <p:spPr>
          <a:xfrm>
            <a:off x="2287404" y="2926776"/>
            <a:ext cx="888900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lgDash"/>
            <a:round/>
            <a:headEnd type="none" w="med" len="med"/>
            <a:tailEnd type="none" w="med" len="med"/>
          </a:ln>
        </p:spPr>
      </p:cxnSp>
      <p:cxnSp>
        <p:nvCxnSpPr>
          <p:cNvPr id="311" name="Google Shape;311;p64"/>
          <p:cNvCxnSpPr/>
          <p:nvPr/>
        </p:nvCxnSpPr>
        <p:spPr>
          <a:xfrm>
            <a:off x="2525528" y="3543520"/>
            <a:ext cx="3373500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lgDash"/>
            <a:round/>
            <a:headEnd type="none" w="med" len="med"/>
            <a:tailEnd type="none" w="med" len="med"/>
          </a:ln>
        </p:spPr>
      </p:cxnSp>
      <p:sp>
        <p:nvSpPr>
          <p:cNvPr id="312" name="Google Shape;312;p64"/>
          <p:cNvSpPr/>
          <p:nvPr/>
        </p:nvSpPr>
        <p:spPr>
          <a:xfrm flipH="1">
            <a:off x="5908700" y="1904625"/>
            <a:ext cx="552439" cy="552439"/>
          </a:xfrm>
          <a:custGeom>
            <a:avLst/>
            <a:gdLst/>
            <a:ahLst/>
            <a:cxnLst/>
            <a:rect l="l" t="t" r="r" b="b"/>
            <a:pathLst>
              <a:path w="19679" h="19679" extrusionOk="0">
                <a:moveTo>
                  <a:pt x="16796" y="2881"/>
                </a:moveTo>
                <a:cubicBezTo>
                  <a:pt x="20639" y="6724"/>
                  <a:pt x="20639" y="12953"/>
                  <a:pt x="16796" y="16796"/>
                </a:cubicBezTo>
                <a:cubicBezTo>
                  <a:pt x="12953" y="20639"/>
                  <a:pt x="6724" y="20639"/>
                  <a:pt x="2881" y="16796"/>
                </a:cubicBezTo>
                <a:cubicBezTo>
                  <a:pt x="-961" y="12953"/>
                  <a:pt x="-961" y="6724"/>
                  <a:pt x="2881" y="2881"/>
                </a:cubicBezTo>
                <a:cubicBezTo>
                  <a:pt x="6724" y="-961"/>
                  <a:pt x="12953" y="-961"/>
                  <a:pt x="16796" y="2881"/>
                </a:cubicBezTo>
                <a:close/>
              </a:path>
            </a:pathLst>
          </a:custGeom>
          <a:solidFill>
            <a:schemeClr val="accent3"/>
          </a:solidFill>
          <a:ln w="50800" cap="flat" cmpd="sng">
            <a:solidFill>
              <a:srgbClr val="F5887F"/>
            </a:solidFill>
            <a:prstDash val="solid"/>
            <a:miter lim="0"/>
            <a:headEnd type="none" w="sm" len="sm"/>
            <a:tailEnd type="none" w="sm" len="sm"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3" name="Google Shape;313;p64"/>
          <p:cNvSpPr/>
          <p:nvPr/>
        </p:nvSpPr>
        <p:spPr>
          <a:xfrm>
            <a:off x="5989056" y="2049881"/>
            <a:ext cx="391122" cy="26136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03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4" name="Google Shape;314;p64"/>
          <p:cNvSpPr/>
          <p:nvPr/>
        </p:nvSpPr>
        <p:spPr>
          <a:xfrm flipH="1">
            <a:off x="5908700" y="3262533"/>
            <a:ext cx="552439" cy="552439"/>
          </a:xfrm>
          <a:custGeom>
            <a:avLst/>
            <a:gdLst/>
            <a:ahLst/>
            <a:cxnLst/>
            <a:rect l="l" t="t" r="r" b="b"/>
            <a:pathLst>
              <a:path w="19679" h="19679" extrusionOk="0">
                <a:moveTo>
                  <a:pt x="16796" y="2881"/>
                </a:moveTo>
                <a:cubicBezTo>
                  <a:pt x="20639" y="6724"/>
                  <a:pt x="20639" y="12953"/>
                  <a:pt x="16796" y="16796"/>
                </a:cubicBezTo>
                <a:cubicBezTo>
                  <a:pt x="12953" y="20639"/>
                  <a:pt x="6724" y="20639"/>
                  <a:pt x="2881" y="16796"/>
                </a:cubicBezTo>
                <a:cubicBezTo>
                  <a:pt x="-961" y="12953"/>
                  <a:pt x="-961" y="6724"/>
                  <a:pt x="2881" y="2881"/>
                </a:cubicBezTo>
                <a:cubicBezTo>
                  <a:pt x="6724" y="-961"/>
                  <a:pt x="12953" y="-961"/>
                  <a:pt x="16796" y="2881"/>
                </a:cubicBezTo>
                <a:close/>
              </a:path>
            </a:pathLst>
          </a:custGeom>
          <a:solidFill>
            <a:schemeClr val="accent1"/>
          </a:solidFill>
          <a:ln w="50800" cap="flat" cmpd="sng">
            <a:solidFill>
              <a:srgbClr val="1DC1FF"/>
            </a:solidFill>
            <a:prstDash val="solid"/>
            <a:miter lim="0"/>
            <a:headEnd type="none" w="sm" len="sm"/>
            <a:tailEnd type="none" w="sm" len="sm"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5" name="Google Shape;315;p64"/>
          <p:cNvSpPr/>
          <p:nvPr/>
        </p:nvSpPr>
        <p:spPr>
          <a:xfrm>
            <a:off x="5989056" y="3407789"/>
            <a:ext cx="391122" cy="26136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01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6" name="Google Shape;316;p64"/>
          <p:cNvSpPr/>
          <p:nvPr/>
        </p:nvSpPr>
        <p:spPr>
          <a:xfrm flipH="1">
            <a:off x="3094658" y="2655314"/>
            <a:ext cx="552439" cy="552439"/>
          </a:xfrm>
          <a:custGeom>
            <a:avLst/>
            <a:gdLst/>
            <a:ahLst/>
            <a:cxnLst/>
            <a:rect l="l" t="t" r="r" b="b"/>
            <a:pathLst>
              <a:path w="19679" h="19679" extrusionOk="0">
                <a:moveTo>
                  <a:pt x="16796" y="2881"/>
                </a:moveTo>
                <a:cubicBezTo>
                  <a:pt x="20639" y="6724"/>
                  <a:pt x="20639" y="12953"/>
                  <a:pt x="16796" y="16796"/>
                </a:cubicBezTo>
                <a:cubicBezTo>
                  <a:pt x="12953" y="20639"/>
                  <a:pt x="6724" y="20639"/>
                  <a:pt x="2881" y="16796"/>
                </a:cubicBezTo>
                <a:cubicBezTo>
                  <a:pt x="-961" y="12953"/>
                  <a:pt x="-961" y="6724"/>
                  <a:pt x="2881" y="2881"/>
                </a:cubicBezTo>
                <a:cubicBezTo>
                  <a:pt x="6724" y="-961"/>
                  <a:pt x="12953" y="-961"/>
                  <a:pt x="16796" y="2881"/>
                </a:cubicBezTo>
                <a:close/>
              </a:path>
            </a:pathLst>
          </a:custGeom>
          <a:solidFill>
            <a:schemeClr val="accent2"/>
          </a:solidFill>
          <a:ln w="50800" cap="flat" cmpd="sng">
            <a:solidFill>
              <a:srgbClr val="FFD966"/>
            </a:solidFill>
            <a:prstDash val="solid"/>
            <a:miter lim="0"/>
            <a:headEnd type="none" w="sm" len="sm"/>
            <a:tailEnd type="none" w="sm" len="sm"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7" name="Google Shape;317;p64"/>
          <p:cNvSpPr/>
          <p:nvPr/>
        </p:nvSpPr>
        <p:spPr>
          <a:xfrm>
            <a:off x="3175014" y="2801165"/>
            <a:ext cx="391716" cy="26136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02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8" name="Google Shape;318;p64"/>
          <p:cNvSpPr txBox="1"/>
          <p:nvPr/>
        </p:nvSpPr>
        <p:spPr>
          <a:xfrm>
            <a:off x="3859781" y="2604250"/>
            <a:ext cx="22485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" sz="1200" b="1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rPr>
              <a:t>ВЫХОД В ИНТЕРНЕТ </a:t>
            </a:r>
            <a:endParaRPr sz="1200" b="1">
              <a:solidFill>
                <a:schemeClr val="accent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 b="1">
              <a:solidFill>
                <a:schemeClr val="accent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accent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9" name="Google Shape;319;p64"/>
          <p:cNvSpPr txBox="1"/>
          <p:nvPr/>
        </p:nvSpPr>
        <p:spPr>
          <a:xfrm>
            <a:off x="3859768" y="2875345"/>
            <a:ext cx="1764600" cy="37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" sz="900">
                <a:latin typeface="Open Sans"/>
                <a:ea typeface="Open Sans"/>
                <a:cs typeface="Open Sans"/>
                <a:sym typeface="Open Sans"/>
              </a:rPr>
              <a:t>для связи с хостингом (тех. требования: достаточно 3G модема)</a:t>
            </a:r>
            <a:endParaRPr sz="900"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900"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0" name="Google Shape;320;p64"/>
          <p:cNvSpPr txBox="1"/>
          <p:nvPr/>
        </p:nvSpPr>
        <p:spPr>
          <a:xfrm>
            <a:off x="6684381" y="1849998"/>
            <a:ext cx="11772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 b="1">
                <a:solidFill>
                  <a:schemeClr val="accent3"/>
                </a:solidFill>
                <a:latin typeface="Open Sans"/>
                <a:ea typeface="Open Sans"/>
                <a:cs typeface="Open Sans"/>
                <a:sym typeface="Open Sans"/>
              </a:rPr>
              <a:t>ПРИНТЕР</a:t>
            </a:r>
            <a:endParaRPr sz="1200" b="1">
              <a:solidFill>
                <a:schemeClr val="accent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1" name="Google Shape;321;p64"/>
          <p:cNvSpPr txBox="1"/>
          <p:nvPr/>
        </p:nvSpPr>
        <p:spPr>
          <a:xfrm>
            <a:off x="6684381" y="2121084"/>
            <a:ext cx="1764600" cy="37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" sz="900">
                <a:latin typeface="Open Sans"/>
                <a:ea typeface="Open Sans"/>
                <a:cs typeface="Open Sans"/>
                <a:sym typeface="Open Sans"/>
              </a:rPr>
              <a:t>для распечатки документов</a:t>
            </a:r>
            <a:endParaRPr sz="900"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" sz="900">
                <a:latin typeface="Open Sans"/>
                <a:ea typeface="Open Sans"/>
                <a:cs typeface="Open Sans"/>
                <a:sym typeface="Open Sans"/>
              </a:rPr>
              <a:t>(тех. требования: распечатка в форматах А4 и А6)</a:t>
            </a:r>
            <a:endParaRPr sz="900"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900"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2" name="Google Shape;322;p64"/>
          <p:cNvSpPr txBox="1"/>
          <p:nvPr/>
        </p:nvSpPr>
        <p:spPr>
          <a:xfrm>
            <a:off x="6684381" y="3221003"/>
            <a:ext cx="11772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 b="1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КОМПЬЮТЕР</a:t>
            </a:r>
            <a:endParaRPr sz="1200" b="1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3" name="Google Shape;323;p64"/>
          <p:cNvSpPr txBox="1"/>
          <p:nvPr/>
        </p:nvSpPr>
        <p:spPr>
          <a:xfrm>
            <a:off x="6684381" y="3492089"/>
            <a:ext cx="1764600" cy="37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latin typeface="Open Sans"/>
                <a:ea typeface="Open Sans"/>
                <a:cs typeface="Open Sans"/>
                <a:sym typeface="Open Sans"/>
              </a:rPr>
              <a:t>для внесения информации (тех. требования: минимальные)</a:t>
            </a:r>
            <a:endParaRPr sz="9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" name="Google Shape;328;p65"/>
          <p:cNvPicPr preferRelativeResize="0"/>
          <p:nvPr/>
        </p:nvPicPr>
        <p:blipFill rotWithShape="1">
          <a:blip r:embed="rId3">
            <a:alphaModFix amt="23000"/>
          </a:blip>
          <a:srcRect b="18407"/>
          <a:stretch/>
        </p:blipFill>
        <p:spPr>
          <a:xfrm flipH="1">
            <a:off x="-1" y="0"/>
            <a:ext cx="9144001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65"/>
          <p:cNvSpPr/>
          <p:nvPr/>
        </p:nvSpPr>
        <p:spPr>
          <a:xfrm>
            <a:off x="233084" y="258000"/>
            <a:ext cx="8607900" cy="4627500"/>
          </a:xfrm>
          <a:prstGeom prst="rect">
            <a:avLst/>
          </a:prstGeom>
          <a:gradFill>
            <a:gsLst>
              <a:gs pos="0">
                <a:srgbClr val="DDDDDD"/>
              </a:gs>
              <a:gs pos="100000">
                <a:srgbClr val="91919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65"/>
          <p:cNvSpPr/>
          <p:nvPr/>
        </p:nvSpPr>
        <p:spPr>
          <a:xfrm>
            <a:off x="309284" y="331949"/>
            <a:ext cx="8455500" cy="447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65"/>
          <p:cNvSpPr txBox="1"/>
          <p:nvPr/>
        </p:nvSpPr>
        <p:spPr>
          <a:xfrm>
            <a:off x="381001" y="493714"/>
            <a:ext cx="83685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600" b="1">
                <a:latin typeface="Open Sans"/>
                <a:ea typeface="Open Sans"/>
                <a:cs typeface="Open Sans"/>
                <a:sym typeface="Open Sans"/>
              </a:rPr>
              <a:t>ЗАДАЧИ, КОТОРЫЕ РЕШАЕТ ПК ЛВСЭ</a:t>
            </a:r>
            <a:endParaRPr sz="2600" b="1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2" name="Схема 1"/>
          <p:cNvGraphicFramePr/>
          <p:nvPr>
            <p:extLst>
              <p:ext uri="{D42A27DB-BD31-4B8C-83A1-F6EECF244321}">
                <p14:modId xmlns:p14="http://schemas.microsoft.com/office/powerpoint/2010/main" val="1641732912"/>
              </p:ext>
            </p:extLst>
          </p:nvPr>
        </p:nvGraphicFramePr>
        <p:xfrm>
          <a:off x="1524000" y="53975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162334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7" name="Google Shape;367;p66"/>
          <p:cNvPicPr preferRelativeResize="0"/>
          <p:nvPr/>
        </p:nvPicPr>
        <p:blipFill rotWithShape="1">
          <a:blip r:embed="rId3">
            <a:alphaModFix amt="23000"/>
          </a:blip>
          <a:srcRect b="18407"/>
          <a:stretch/>
        </p:blipFill>
        <p:spPr>
          <a:xfrm flipH="1">
            <a:off x="-1" y="0"/>
            <a:ext cx="9144001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66"/>
          <p:cNvSpPr/>
          <p:nvPr/>
        </p:nvSpPr>
        <p:spPr>
          <a:xfrm>
            <a:off x="268050" y="258000"/>
            <a:ext cx="8607900" cy="4627500"/>
          </a:xfrm>
          <a:prstGeom prst="rect">
            <a:avLst/>
          </a:prstGeom>
          <a:gradFill>
            <a:gsLst>
              <a:gs pos="0">
                <a:srgbClr val="DDDDDD"/>
              </a:gs>
              <a:gs pos="100000">
                <a:srgbClr val="91919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66"/>
          <p:cNvSpPr/>
          <p:nvPr/>
        </p:nvSpPr>
        <p:spPr>
          <a:xfrm>
            <a:off x="344249" y="331949"/>
            <a:ext cx="8455500" cy="447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66"/>
          <p:cNvSpPr txBox="1"/>
          <p:nvPr/>
        </p:nvSpPr>
        <p:spPr>
          <a:xfrm>
            <a:off x="268048" y="233336"/>
            <a:ext cx="8368500" cy="571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600" b="1" dirty="0" smtClean="0">
                <a:latin typeface="Open Sans"/>
                <a:ea typeface="Open Sans"/>
                <a:cs typeface="Open Sans"/>
                <a:sym typeface="Open Sans"/>
              </a:rPr>
              <a:t>ВЕДЕНИЕ УЧЕТА</a:t>
            </a:r>
            <a:endParaRPr sz="2600" b="1" dirty="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11" name="Схема 10"/>
          <p:cNvGraphicFramePr/>
          <p:nvPr>
            <p:extLst>
              <p:ext uri="{D42A27DB-BD31-4B8C-83A1-F6EECF244321}">
                <p14:modId xmlns:p14="http://schemas.microsoft.com/office/powerpoint/2010/main" val="2144380753"/>
              </p:ext>
            </p:extLst>
          </p:nvPr>
        </p:nvGraphicFramePr>
        <p:xfrm>
          <a:off x="1160929" y="733420"/>
          <a:ext cx="6822140" cy="396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2" name="Google Shape;392;p67"/>
          <p:cNvPicPr preferRelativeResize="0"/>
          <p:nvPr/>
        </p:nvPicPr>
        <p:blipFill rotWithShape="1">
          <a:blip r:embed="rId3">
            <a:alphaModFix amt="23000"/>
          </a:blip>
          <a:srcRect b="18407"/>
          <a:stretch/>
        </p:blipFill>
        <p:spPr>
          <a:xfrm flipH="1">
            <a:off x="-1" y="0"/>
            <a:ext cx="9144001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67"/>
          <p:cNvSpPr/>
          <p:nvPr/>
        </p:nvSpPr>
        <p:spPr>
          <a:xfrm>
            <a:off x="268050" y="258000"/>
            <a:ext cx="8607900" cy="4627500"/>
          </a:xfrm>
          <a:prstGeom prst="rect">
            <a:avLst/>
          </a:prstGeom>
          <a:gradFill>
            <a:gsLst>
              <a:gs pos="0">
                <a:srgbClr val="DDDDDD"/>
              </a:gs>
              <a:gs pos="100000">
                <a:srgbClr val="91919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67"/>
          <p:cNvSpPr/>
          <p:nvPr/>
        </p:nvSpPr>
        <p:spPr>
          <a:xfrm>
            <a:off x="344250" y="331950"/>
            <a:ext cx="8455500" cy="447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67"/>
          <p:cNvSpPr txBox="1"/>
          <p:nvPr/>
        </p:nvSpPr>
        <p:spPr>
          <a:xfrm>
            <a:off x="381001" y="493714"/>
            <a:ext cx="83685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600" b="1">
                <a:latin typeface="Open Sans"/>
                <a:ea typeface="Open Sans"/>
                <a:cs typeface="Open Sans"/>
                <a:sym typeface="Open Sans"/>
              </a:rPr>
              <a:t>ФОРМИРОВАНИЕ ПЕРВИЧНЫХ ДОКУМЕНТОВ</a:t>
            </a:r>
            <a:endParaRPr sz="2600" b="1"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396" name="Google Shape;396;p67"/>
          <p:cNvGrpSpPr/>
          <p:nvPr/>
        </p:nvGrpSpPr>
        <p:grpSpPr>
          <a:xfrm>
            <a:off x="1066774" y="3710808"/>
            <a:ext cx="1923114" cy="671488"/>
            <a:chOff x="0" y="0"/>
            <a:chExt cx="5126936" cy="1790634"/>
          </a:xfrm>
        </p:grpSpPr>
        <p:grpSp>
          <p:nvGrpSpPr>
            <p:cNvPr id="397" name="Google Shape;397;p67"/>
            <p:cNvGrpSpPr/>
            <p:nvPr/>
          </p:nvGrpSpPr>
          <p:grpSpPr>
            <a:xfrm flipH="1">
              <a:off x="0" y="0"/>
              <a:ext cx="5126936" cy="1790634"/>
              <a:chOff x="0" y="0"/>
              <a:chExt cx="5126936" cy="1790634"/>
            </a:xfrm>
          </p:grpSpPr>
          <p:sp>
            <p:nvSpPr>
              <p:cNvPr id="398" name="Google Shape;398;p67"/>
              <p:cNvSpPr/>
              <p:nvPr/>
            </p:nvSpPr>
            <p:spPr>
              <a:xfrm>
                <a:off x="4761" y="0"/>
                <a:ext cx="5122175" cy="1574742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0"/>
                    </a:moveTo>
                    <a:lnTo>
                      <a:pt x="16351" y="0"/>
                    </a:lnTo>
                    <a:lnTo>
                      <a:pt x="21599" y="21599"/>
                    </a:lnTo>
                    <a:lnTo>
                      <a:pt x="5437" y="2159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9050" tIns="19050" rIns="19050" bIns="19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7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399" name="Google Shape;399;p67"/>
              <p:cNvSpPr/>
              <p:nvPr/>
            </p:nvSpPr>
            <p:spPr>
              <a:xfrm>
                <a:off x="1265067" y="1574742"/>
                <a:ext cx="3861869" cy="20795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0"/>
                    </a:moveTo>
                    <a:lnTo>
                      <a:pt x="21599" y="0"/>
                    </a:lnTo>
                    <a:lnTo>
                      <a:pt x="21599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DC1FF"/>
              </a:solidFill>
              <a:ln>
                <a:noFill/>
              </a:ln>
            </p:spPr>
            <p:txBody>
              <a:bodyPr spcFirstLastPara="1" wrap="square" lIns="19050" tIns="19050" rIns="19050" bIns="19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7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400" name="Google Shape;400;p67"/>
              <p:cNvSpPr/>
              <p:nvPr/>
            </p:nvSpPr>
            <p:spPr>
              <a:xfrm>
                <a:off x="0" y="9525"/>
                <a:ext cx="1299987" cy="1781109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21388" y="21600"/>
                    </a:moveTo>
                    <a:lnTo>
                      <a:pt x="0" y="2282"/>
                    </a:lnTo>
                    <a:lnTo>
                      <a:pt x="281" y="0"/>
                    </a:lnTo>
                    <a:lnTo>
                      <a:pt x="21600" y="19117"/>
                    </a:lnTo>
                    <a:lnTo>
                      <a:pt x="21388" y="21600"/>
                    </a:lnTo>
                    <a:close/>
                  </a:path>
                </a:pathLst>
              </a:custGeom>
              <a:solidFill>
                <a:srgbClr val="004A65"/>
              </a:solidFill>
              <a:ln>
                <a:noFill/>
              </a:ln>
            </p:spPr>
            <p:txBody>
              <a:bodyPr spcFirstLastPara="1" wrap="square" lIns="19050" tIns="19050" rIns="19050" bIns="19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7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401" name="Google Shape;401;p67"/>
            <p:cNvSpPr/>
            <p:nvPr/>
          </p:nvSpPr>
          <p:spPr>
            <a:xfrm flipH="1">
              <a:off x="449204" y="0"/>
              <a:ext cx="4101550" cy="1052473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lnTo>
                    <a:pt x="17405" y="0"/>
                  </a:lnTo>
                  <a:lnTo>
                    <a:pt x="21599" y="21600"/>
                  </a:lnTo>
                  <a:lnTo>
                    <a:pt x="4377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spcFirstLastPara="1" wrap="square" lIns="19050" tIns="19050" rIns="19050" bIns="1905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02" name="Google Shape;402;p67"/>
          <p:cNvGrpSpPr/>
          <p:nvPr/>
        </p:nvGrpSpPr>
        <p:grpSpPr>
          <a:xfrm>
            <a:off x="1066774" y="3183361"/>
            <a:ext cx="1923114" cy="672108"/>
            <a:chOff x="0" y="0"/>
            <a:chExt cx="5126936" cy="1792767"/>
          </a:xfrm>
        </p:grpSpPr>
        <p:grpSp>
          <p:nvGrpSpPr>
            <p:cNvPr id="403" name="Google Shape;403;p67"/>
            <p:cNvGrpSpPr/>
            <p:nvPr/>
          </p:nvGrpSpPr>
          <p:grpSpPr>
            <a:xfrm flipH="1">
              <a:off x="0" y="1589"/>
              <a:ext cx="5126936" cy="1791178"/>
              <a:chOff x="0" y="-543"/>
              <a:chExt cx="5126936" cy="1791177"/>
            </a:xfrm>
          </p:grpSpPr>
          <p:sp>
            <p:nvSpPr>
              <p:cNvPr id="404" name="Google Shape;404;p67"/>
              <p:cNvSpPr/>
              <p:nvPr/>
            </p:nvSpPr>
            <p:spPr>
              <a:xfrm>
                <a:off x="4761" y="-543"/>
                <a:ext cx="5122175" cy="157522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0"/>
                    </a:moveTo>
                    <a:lnTo>
                      <a:pt x="16351" y="0"/>
                    </a:lnTo>
                    <a:lnTo>
                      <a:pt x="21599" y="21599"/>
                    </a:lnTo>
                    <a:lnTo>
                      <a:pt x="5437" y="2159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9050" tIns="19050" rIns="19050" bIns="19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7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405" name="Google Shape;405;p67"/>
              <p:cNvSpPr/>
              <p:nvPr/>
            </p:nvSpPr>
            <p:spPr>
              <a:xfrm>
                <a:off x="1265067" y="1574676"/>
                <a:ext cx="3861869" cy="208017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0"/>
                    </a:moveTo>
                    <a:lnTo>
                      <a:pt x="21599" y="0"/>
                    </a:lnTo>
                    <a:lnTo>
                      <a:pt x="21599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D966"/>
              </a:solidFill>
              <a:ln>
                <a:noFill/>
              </a:ln>
            </p:spPr>
            <p:txBody>
              <a:bodyPr spcFirstLastPara="1" wrap="square" lIns="19050" tIns="19050" rIns="19050" bIns="19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7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406" name="Google Shape;406;p67"/>
              <p:cNvSpPr/>
              <p:nvPr/>
            </p:nvSpPr>
            <p:spPr>
              <a:xfrm>
                <a:off x="0" y="8984"/>
                <a:ext cx="1299987" cy="178165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21388" y="21600"/>
                    </a:moveTo>
                    <a:lnTo>
                      <a:pt x="0" y="2282"/>
                    </a:lnTo>
                    <a:lnTo>
                      <a:pt x="281" y="0"/>
                    </a:lnTo>
                    <a:lnTo>
                      <a:pt x="21600" y="19117"/>
                    </a:lnTo>
                    <a:lnTo>
                      <a:pt x="21388" y="21600"/>
                    </a:lnTo>
                    <a:close/>
                  </a:path>
                </a:pathLst>
              </a:custGeom>
              <a:solidFill>
                <a:srgbClr val="BF9000"/>
              </a:solidFill>
              <a:ln>
                <a:noFill/>
              </a:ln>
            </p:spPr>
            <p:txBody>
              <a:bodyPr spcFirstLastPara="1" wrap="square" lIns="19050" tIns="19050" rIns="19050" bIns="19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7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407" name="Google Shape;407;p67"/>
            <p:cNvSpPr/>
            <p:nvPr/>
          </p:nvSpPr>
          <p:spPr>
            <a:xfrm flipH="1">
              <a:off x="438091" y="0"/>
              <a:ext cx="4101549" cy="105120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lnTo>
                    <a:pt x="17405" y="0"/>
                  </a:lnTo>
                  <a:lnTo>
                    <a:pt x="21599" y="21600"/>
                  </a:lnTo>
                  <a:lnTo>
                    <a:pt x="4377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spcFirstLastPara="1" wrap="square" lIns="19050" tIns="19050" rIns="19050" bIns="1905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08" name="Google Shape;408;p67"/>
          <p:cNvGrpSpPr/>
          <p:nvPr/>
        </p:nvGrpSpPr>
        <p:grpSpPr>
          <a:xfrm>
            <a:off x="1066774" y="2663058"/>
            <a:ext cx="1923114" cy="671488"/>
            <a:chOff x="0" y="0"/>
            <a:chExt cx="5126936" cy="1790634"/>
          </a:xfrm>
        </p:grpSpPr>
        <p:grpSp>
          <p:nvGrpSpPr>
            <p:cNvPr id="409" name="Google Shape;409;p67"/>
            <p:cNvGrpSpPr/>
            <p:nvPr/>
          </p:nvGrpSpPr>
          <p:grpSpPr>
            <a:xfrm flipH="1">
              <a:off x="0" y="0"/>
              <a:ext cx="5126936" cy="1790634"/>
              <a:chOff x="0" y="0"/>
              <a:chExt cx="5126936" cy="1790634"/>
            </a:xfrm>
          </p:grpSpPr>
          <p:sp>
            <p:nvSpPr>
              <p:cNvPr id="410" name="Google Shape;410;p67"/>
              <p:cNvSpPr/>
              <p:nvPr/>
            </p:nvSpPr>
            <p:spPr>
              <a:xfrm>
                <a:off x="4761" y="0"/>
                <a:ext cx="5122175" cy="1574742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0"/>
                    </a:moveTo>
                    <a:lnTo>
                      <a:pt x="16351" y="0"/>
                    </a:lnTo>
                    <a:lnTo>
                      <a:pt x="21599" y="21599"/>
                    </a:lnTo>
                    <a:lnTo>
                      <a:pt x="5437" y="2159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19050" tIns="19050" rIns="19050" bIns="19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7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411" name="Google Shape;411;p67"/>
              <p:cNvSpPr/>
              <p:nvPr/>
            </p:nvSpPr>
            <p:spPr>
              <a:xfrm>
                <a:off x="1265067" y="1574742"/>
                <a:ext cx="3861869" cy="20795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0"/>
                    </a:moveTo>
                    <a:lnTo>
                      <a:pt x="21599" y="0"/>
                    </a:lnTo>
                    <a:lnTo>
                      <a:pt x="21599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5887F"/>
              </a:solidFill>
              <a:ln>
                <a:noFill/>
              </a:ln>
            </p:spPr>
            <p:txBody>
              <a:bodyPr spcFirstLastPara="1" wrap="square" lIns="19050" tIns="19050" rIns="19050" bIns="19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7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412" name="Google Shape;412;p67"/>
              <p:cNvSpPr/>
              <p:nvPr/>
            </p:nvSpPr>
            <p:spPr>
              <a:xfrm>
                <a:off x="0" y="9525"/>
                <a:ext cx="1299987" cy="1781109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21388" y="21600"/>
                    </a:moveTo>
                    <a:lnTo>
                      <a:pt x="0" y="2282"/>
                    </a:lnTo>
                    <a:lnTo>
                      <a:pt x="281" y="0"/>
                    </a:lnTo>
                    <a:lnTo>
                      <a:pt x="21600" y="19117"/>
                    </a:lnTo>
                    <a:lnTo>
                      <a:pt x="21388" y="21600"/>
                    </a:lnTo>
                    <a:close/>
                  </a:path>
                </a:pathLst>
              </a:custGeom>
              <a:solidFill>
                <a:srgbClr val="C41D10"/>
              </a:solidFill>
              <a:ln>
                <a:noFill/>
              </a:ln>
            </p:spPr>
            <p:txBody>
              <a:bodyPr spcFirstLastPara="1" wrap="square" lIns="19050" tIns="19050" rIns="19050" bIns="19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7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413" name="Google Shape;413;p67"/>
            <p:cNvSpPr/>
            <p:nvPr/>
          </p:nvSpPr>
          <p:spPr>
            <a:xfrm flipH="1">
              <a:off x="449203" y="4763"/>
              <a:ext cx="4101549" cy="105088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lnTo>
                    <a:pt x="17405" y="0"/>
                  </a:lnTo>
                  <a:lnTo>
                    <a:pt x="21599" y="21600"/>
                  </a:lnTo>
                  <a:lnTo>
                    <a:pt x="4377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spcFirstLastPara="1" wrap="square" lIns="19050" tIns="19050" rIns="19050" bIns="1905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14" name="Google Shape;414;p67"/>
          <p:cNvGrpSpPr/>
          <p:nvPr/>
        </p:nvGrpSpPr>
        <p:grpSpPr>
          <a:xfrm>
            <a:off x="1066774" y="2145731"/>
            <a:ext cx="1923114" cy="671488"/>
            <a:chOff x="0" y="0"/>
            <a:chExt cx="5126936" cy="1790634"/>
          </a:xfrm>
        </p:grpSpPr>
        <p:grpSp>
          <p:nvGrpSpPr>
            <p:cNvPr id="415" name="Google Shape;415;p67"/>
            <p:cNvGrpSpPr/>
            <p:nvPr/>
          </p:nvGrpSpPr>
          <p:grpSpPr>
            <a:xfrm flipH="1">
              <a:off x="0" y="0"/>
              <a:ext cx="5126936" cy="1790634"/>
              <a:chOff x="0" y="0"/>
              <a:chExt cx="5126936" cy="1790634"/>
            </a:xfrm>
          </p:grpSpPr>
          <p:sp>
            <p:nvSpPr>
              <p:cNvPr id="416" name="Google Shape;416;p67"/>
              <p:cNvSpPr/>
              <p:nvPr/>
            </p:nvSpPr>
            <p:spPr>
              <a:xfrm>
                <a:off x="4761" y="0"/>
                <a:ext cx="5122175" cy="1574742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0"/>
                    </a:moveTo>
                    <a:lnTo>
                      <a:pt x="16351" y="0"/>
                    </a:lnTo>
                    <a:lnTo>
                      <a:pt x="21599" y="21599"/>
                    </a:lnTo>
                    <a:lnTo>
                      <a:pt x="5437" y="2159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9050" tIns="19050" rIns="19050" bIns="19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7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417" name="Google Shape;417;p67"/>
              <p:cNvSpPr/>
              <p:nvPr/>
            </p:nvSpPr>
            <p:spPr>
              <a:xfrm>
                <a:off x="1265067" y="1574742"/>
                <a:ext cx="3861869" cy="207954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0"/>
                    </a:moveTo>
                    <a:lnTo>
                      <a:pt x="21599" y="0"/>
                    </a:lnTo>
                    <a:lnTo>
                      <a:pt x="21599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CE295"/>
              </a:solidFill>
              <a:ln>
                <a:noFill/>
              </a:ln>
            </p:spPr>
            <p:txBody>
              <a:bodyPr spcFirstLastPara="1" wrap="square" lIns="19050" tIns="19050" rIns="19050" bIns="19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7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418" name="Google Shape;418;p67"/>
              <p:cNvSpPr/>
              <p:nvPr/>
            </p:nvSpPr>
            <p:spPr>
              <a:xfrm>
                <a:off x="0" y="9525"/>
                <a:ext cx="1299987" cy="1781109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21388" y="21600"/>
                    </a:moveTo>
                    <a:lnTo>
                      <a:pt x="0" y="2282"/>
                    </a:lnTo>
                    <a:lnTo>
                      <a:pt x="281" y="0"/>
                    </a:lnTo>
                    <a:lnTo>
                      <a:pt x="21600" y="19117"/>
                    </a:lnTo>
                    <a:lnTo>
                      <a:pt x="21388" y="21600"/>
                    </a:lnTo>
                    <a:close/>
                  </a:path>
                </a:pathLst>
              </a:custGeom>
              <a:solidFill>
                <a:srgbClr val="6DAA2D"/>
              </a:solidFill>
              <a:ln>
                <a:noFill/>
              </a:ln>
            </p:spPr>
            <p:txBody>
              <a:bodyPr spcFirstLastPara="1" wrap="square" lIns="19050" tIns="19050" rIns="19050" bIns="19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7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419" name="Google Shape;419;p67"/>
            <p:cNvSpPr/>
            <p:nvPr/>
          </p:nvSpPr>
          <p:spPr>
            <a:xfrm flipH="1">
              <a:off x="438091" y="0"/>
              <a:ext cx="4101549" cy="1052473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lnTo>
                    <a:pt x="17405" y="0"/>
                  </a:lnTo>
                  <a:lnTo>
                    <a:pt x="21599" y="21600"/>
                  </a:lnTo>
                  <a:lnTo>
                    <a:pt x="4377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spcFirstLastPara="1" wrap="square" lIns="19050" tIns="19050" rIns="19050" bIns="1905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20" name="Google Shape;420;p67"/>
          <p:cNvGrpSpPr/>
          <p:nvPr/>
        </p:nvGrpSpPr>
        <p:grpSpPr>
          <a:xfrm flipH="1">
            <a:off x="1137196" y="1652217"/>
            <a:ext cx="1922088" cy="671488"/>
            <a:chOff x="0" y="0"/>
            <a:chExt cx="5126936" cy="1790634"/>
          </a:xfrm>
        </p:grpSpPr>
        <p:sp>
          <p:nvSpPr>
            <p:cNvPr id="421" name="Google Shape;421;p67"/>
            <p:cNvSpPr/>
            <p:nvPr/>
          </p:nvSpPr>
          <p:spPr>
            <a:xfrm>
              <a:off x="4764" y="0"/>
              <a:ext cx="5122172" cy="1574742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lnTo>
                    <a:pt x="16351" y="0"/>
                  </a:lnTo>
                  <a:lnTo>
                    <a:pt x="21599" y="21599"/>
                  </a:lnTo>
                  <a:lnTo>
                    <a:pt x="5437" y="215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9050" tIns="19050" rIns="19050" bIns="1905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22" name="Google Shape;422;p67"/>
            <p:cNvSpPr/>
            <p:nvPr/>
          </p:nvSpPr>
          <p:spPr>
            <a:xfrm>
              <a:off x="1265460" y="1574742"/>
              <a:ext cx="3861476" cy="207955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CEFF"/>
            </a:solidFill>
            <a:ln>
              <a:noFill/>
            </a:ln>
          </p:spPr>
          <p:txBody>
            <a:bodyPr spcFirstLastPara="1" wrap="square" lIns="19050" tIns="19050" rIns="19050" bIns="1905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23" name="Google Shape;423;p67"/>
            <p:cNvSpPr/>
            <p:nvPr/>
          </p:nvSpPr>
          <p:spPr>
            <a:xfrm>
              <a:off x="0" y="9525"/>
              <a:ext cx="1300391" cy="1781109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1388" y="21600"/>
                  </a:moveTo>
                  <a:lnTo>
                    <a:pt x="0" y="2282"/>
                  </a:lnTo>
                  <a:lnTo>
                    <a:pt x="281" y="0"/>
                  </a:lnTo>
                  <a:lnTo>
                    <a:pt x="21600" y="19117"/>
                  </a:lnTo>
                  <a:lnTo>
                    <a:pt x="21388" y="21600"/>
                  </a:lnTo>
                  <a:close/>
                </a:path>
              </a:pathLst>
            </a:custGeom>
            <a:solidFill>
              <a:srgbClr val="008BEF"/>
            </a:solidFill>
            <a:ln>
              <a:noFill/>
            </a:ln>
          </p:spPr>
          <p:txBody>
            <a:bodyPr spcFirstLastPara="1" wrap="square" lIns="19050" tIns="19050" rIns="19050" bIns="1905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424" name="Google Shape;424;p67"/>
          <p:cNvSpPr/>
          <p:nvPr/>
        </p:nvSpPr>
        <p:spPr>
          <a:xfrm flipH="1">
            <a:off x="2939022" y="1584947"/>
            <a:ext cx="926316" cy="141102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21599" y="21599"/>
                </a:moveTo>
                <a:lnTo>
                  <a:pt x="14002" y="21599"/>
                </a:lnTo>
                <a:lnTo>
                  <a:pt x="12143" y="0"/>
                </a:ln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5"/>
            </a:solidFill>
            <a:prstDash val="lgDash"/>
            <a:miter lim="0"/>
            <a:headEnd type="none" w="med" len="med"/>
            <a:tailEnd type="oval" w="med" len="med"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5" name="Google Shape;425;p67"/>
          <p:cNvSpPr/>
          <p:nvPr/>
        </p:nvSpPr>
        <p:spPr>
          <a:xfrm flipH="1">
            <a:off x="2939009" y="2177879"/>
            <a:ext cx="920376" cy="6669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21599" y="21599"/>
                </a:moveTo>
                <a:lnTo>
                  <a:pt x="14002" y="21599"/>
                </a:lnTo>
                <a:lnTo>
                  <a:pt x="12143" y="0"/>
                </a:ln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4"/>
            </a:solidFill>
            <a:prstDash val="lgDash"/>
            <a:miter lim="0"/>
            <a:headEnd type="none" w="med" len="med"/>
            <a:tailEnd type="oval" w="med" len="med"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6" name="Google Shape;426;p67"/>
          <p:cNvSpPr/>
          <p:nvPr/>
        </p:nvSpPr>
        <p:spPr>
          <a:xfrm rot="10800000">
            <a:off x="2939013" y="2718409"/>
            <a:ext cx="922158" cy="11669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21599" y="21600"/>
                </a:moveTo>
                <a:lnTo>
                  <a:pt x="14002" y="21600"/>
                </a:lnTo>
                <a:lnTo>
                  <a:pt x="12143" y="0"/>
                </a:ln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3"/>
            </a:solidFill>
            <a:prstDash val="lgDash"/>
            <a:miter lim="0"/>
            <a:headEnd type="none" w="med" len="med"/>
            <a:tailEnd type="oval" w="med" len="med"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7" name="Google Shape;427;p67"/>
          <p:cNvSpPr/>
          <p:nvPr/>
        </p:nvSpPr>
        <p:spPr>
          <a:xfrm rot="10800000">
            <a:off x="2939013" y="3215526"/>
            <a:ext cx="922158" cy="228582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21599" y="21600"/>
                </a:moveTo>
                <a:lnTo>
                  <a:pt x="14002" y="21600"/>
                </a:lnTo>
                <a:lnTo>
                  <a:pt x="12143" y="0"/>
                </a:ln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2"/>
            </a:solidFill>
            <a:prstDash val="lgDash"/>
            <a:miter lim="0"/>
            <a:headEnd type="none" w="med" len="med"/>
            <a:tailEnd type="oval" w="med" len="med"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8" name="Google Shape;428;p67"/>
          <p:cNvSpPr/>
          <p:nvPr/>
        </p:nvSpPr>
        <p:spPr>
          <a:xfrm rot="10800000">
            <a:off x="2939009" y="3834650"/>
            <a:ext cx="920376" cy="22798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21599" y="21600"/>
                </a:moveTo>
                <a:lnTo>
                  <a:pt x="14002" y="21600"/>
                </a:lnTo>
                <a:lnTo>
                  <a:pt x="12143" y="0"/>
                </a:ln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lgDash"/>
            <a:miter lim="0"/>
            <a:headEnd type="none" w="med" len="med"/>
            <a:tailEnd type="oval" w="med" len="med"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9" name="Google Shape;429;p67"/>
          <p:cNvSpPr txBox="1"/>
          <p:nvPr/>
        </p:nvSpPr>
        <p:spPr>
          <a:xfrm>
            <a:off x="4099825" y="1383400"/>
            <a:ext cx="3977400" cy="5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">
                <a:latin typeface="Open Sans"/>
                <a:ea typeface="Open Sans"/>
                <a:cs typeface="Open Sans"/>
                <a:sym typeface="Open Sans"/>
              </a:rPr>
              <a:t>Акт денатурации отработанного лабораторного материала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30" name="Google Shape;430;p67"/>
          <p:cNvSpPr txBox="1"/>
          <p:nvPr/>
        </p:nvSpPr>
        <p:spPr>
          <a:xfrm>
            <a:off x="4099825" y="1981163"/>
            <a:ext cx="3977400" cy="5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">
                <a:latin typeface="Open Sans"/>
                <a:ea typeface="Open Sans"/>
                <a:cs typeface="Open Sans"/>
                <a:sym typeface="Open Sans"/>
              </a:rPr>
              <a:t>Акт выбраковки продукции, снятой с реализации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31" name="Google Shape;431;p67"/>
          <p:cNvSpPr txBox="1"/>
          <p:nvPr/>
        </p:nvSpPr>
        <p:spPr>
          <a:xfrm>
            <a:off x="4099825" y="2578925"/>
            <a:ext cx="3977400" cy="5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">
                <a:latin typeface="Open Sans"/>
                <a:ea typeface="Open Sans"/>
                <a:cs typeface="Open Sans"/>
                <a:sym typeface="Open Sans"/>
              </a:rPr>
              <a:t>Заключение о соответствии продукции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32" name="Google Shape;432;p67"/>
          <p:cNvSpPr txBox="1"/>
          <p:nvPr/>
        </p:nvSpPr>
        <p:spPr>
          <a:xfrm>
            <a:off x="4099825" y="3176688"/>
            <a:ext cx="3977400" cy="5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">
                <a:latin typeface="Open Sans"/>
                <a:ea typeface="Open Sans"/>
                <a:cs typeface="Open Sans"/>
                <a:sym typeface="Open Sans"/>
              </a:rPr>
              <a:t>Акт отбора проб продукции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33" name="Google Shape;433;p67"/>
          <p:cNvSpPr txBox="1"/>
          <p:nvPr/>
        </p:nvSpPr>
        <p:spPr>
          <a:xfrm>
            <a:off x="4099825" y="3774450"/>
            <a:ext cx="3977400" cy="5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" dirty="0">
                <a:latin typeface="Open Sans"/>
                <a:ea typeface="Open Sans"/>
                <a:cs typeface="Open Sans"/>
                <a:sym typeface="Open Sans"/>
              </a:rPr>
              <a:t>Направление проб на исследование в </a:t>
            </a:r>
            <a:r>
              <a:rPr lang="ru" dirty="0" smtClean="0">
                <a:latin typeface="Open Sans"/>
                <a:ea typeface="Open Sans"/>
                <a:cs typeface="Open Sans"/>
                <a:sym typeface="Open Sans"/>
              </a:rPr>
              <a:t>лабораторию</a:t>
            </a:r>
            <a:endParaRPr dirty="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52"/>
          <p:cNvPicPr preferRelativeResize="0"/>
          <p:nvPr/>
        </p:nvPicPr>
        <p:blipFill rotWithShape="1">
          <a:blip r:embed="rId3">
            <a:alphaModFix amt="23000"/>
          </a:blip>
          <a:srcRect b="18407"/>
          <a:stretch/>
        </p:blipFill>
        <p:spPr>
          <a:xfrm flipH="1">
            <a:off x="-1" y="0"/>
            <a:ext cx="9144001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52"/>
          <p:cNvSpPr/>
          <p:nvPr/>
        </p:nvSpPr>
        <p:spPr>
          <a:xfrm>
            <a:off x="268050" y="258000"/>
            <a:ext cx="8607900" cy="4627500"/>
          </a:xfrm>
          <a:prstGeom prst="rect">
            <a:avLst/>
          </a:prstGeom>
          <a:gradFill>
            <a:gsLst>
              <a:gs pos="0">
                <a:srgbClr val="DDDDDD"/>
              </a:gs>
              <a:gs pos="100000">
                <a:srgbClr val="91919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60" name="Google Shape;360;p52"/>
          <p:cNvSpPr/>
          <p:nvPr/>
        </p:nvSpPr>
        <p:spPr>
          <a:xfrm>
            <a:off x="344250" y="331950"/>
            <a:ext cx="8455500" cy="447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61" name="Google Shape;361;p52"/>
          <p:cNvSpPr txBox="1"/>
          <p:nvPr/>
        </p:nvSpPr>
        <p:spPr>
          <a:xfrm>
            <a:off x="381000" y="493730"/>
            <a:ext cx="8368500" cy="3579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ru-RU" sz="2600" b="1" dirty="0" smtClean="0">
                <a:latin typeface="Open Sans"/>
                <a:ea typeface="Open Sans"/>
                <a:cs typeface="Open Sans"/>
                <a:sym typeface="Open Sans"/>
              </a:rPr>
              <a:t>Создание отчетов</a:t>
            </a:r>
            <a:endParaRPr sz="2600" b="1" dirty="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2" name="Схема 1"/>
          <p:cNvGraphicFramePr/>
          <p:nvPr>
            <p:extLst>
              <p:ext uri="{D42A27DB-BD31-4B8C-83A1-F6EECF244321}">
                <p14:modId xmlns:p14="http://schemas.microsoft.com/office/powerpoint/2010/main" val="2507052572"/>
              </p:ext>
            </p:extLst>
          </p:nvPr>
        </p:nvGraphicFramePr>
        <p:xfrm>
          <a:off x="1187948" y="851648"/>
          <a:ext cx="6096000" cy="38906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160365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0" name="Google Shape;370;p53"/>
          <p:cNvPicPr preferRelativeResize="0"/>
          <p:nvPr/>
        </p:nvPicPr>
        <p:blipFill rotWithShape="1">
          <a:blip r:embed="rId3">
            <a:alphaModFix amt="23000"/>
          </a:blip>
          <a:srcRect b="18407"/>
          <a:stretch/>
        </p:blipFill>
        <p:spPr>
          <a:xfrm flipH="1">
            <a:off x="-1" y="0"/>
            <a:ext cx="9144001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53"/>
          <p:cNvSpPr/>
          <p:nvPr/>
        </p:nvSpPr>
        <p:spPr>
          <a:xfrm>
            <a:off x="268050" y="258000"/>
            <a:ext cx="8607900" cy="4627500"/>
          </a:xfrm>
          <a:prstGeom prst="rect">
            <a:avLst/>
          </a:prstGeom>
          <a:gradFill>
            <a:gsLst>
              <a:gs pos="0">
                <a:srgbClr val="DDDDDD"/>
              </a:gs>
              <a:gs pos="100000">
                <a:srgbClr val="91919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72" name="Google Shape;372;p53"/>
          <p:cNvSpPr/>
          <p:nvPr/>
        </p:nvSpPr>
        <p:spPr>
          <a:xfrm>
            <a:off x="344250" y="331950"/>
            <a:ext cx="8455500" cy="447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73" name="Google Shape;373;p53"/>
          <p:cNvSpPr txBox="1"/>
          <p:nvPr/>
        </p:nvSpPr>
        <p:spPr>
          <a:xfrm>
            <a:off x="381000" y="493730"/>
            <a:ext cx="83685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ru" sz="2600" b="1" dirty="0">
                <a:latin typeface="Open Sans"/>
                <a:ea typeface="Open Sans"/>
                <a:cs typeface="Open Sans"/>
                <a:sym typeface="Open Sans"/>
              </a:rPr>
              <a:t>ПРОГРАММА ФОРМИРУЕТ 4 ВИДА ОТЧЕТОВ</a:t>
            </a:r>
            <a:endParaRPr sz="2600" b="1" dirty="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3" name="Схема 2"/>
          <p:cNvGraphicFramePr/>
          <p:nvPr>
            <p:extLst>
              <p:ext uri="{D42A27DB-BD31-4B8C-83A1-F6EECF244321}">
                <p14:modId xmlns:p14="http://schemas.microsoft.com/office/powerpoint/2010/main" val="4281664169"/>
              </p:ext>
            </p:extLst>
          </p:nvPr>
        </p:nvGraphicFramePr>
        <p:xfrm>
          <a:off x="1210235" y="74755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323310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2" name="Google Shape;452;p69"/>
          <p:cNvPicPr preferRelativeResize="0"/>
          <p:nvPr/>
        </p:nvPicPr>
        <p:blipFill rotWithShape="1">
          <a:blip r:embed="rId3">
            <a:alphaModFix amt="23000"/>
          </a:blip>
          <a:srcRect b="18407"/>
          <a:stretch/>
        </p:blipFill>
        <p:spPr>
          <a:xfrm flipH="1">
            <a:off x="-1" y="0"/>
            <a:ext cx="9144001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69"/>
          <p:cNvSpPr/>
          <p:nvPr/>
        </p:nvSpPr>
        <p:spPr>
          <a:xfrm>
            <a:off x="268050" y="258000"/>
            <a:ext cx="8607900" cy="4627500"/>
          </a:xfrm>
          <a:prstGeom prst="rect">
            <a:avLst/>
          </a:prstGeom>
          <a:gradFill>
            <a:gsLst>
              <a:gs pos="0">
                <a:srgbClr val="DDDDDD"/>
              </a:gs>
              <a:gs pos="100000">
                <a:srgbClr val="91919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p69"/>
          <p:cNvSpPr/>
          <p:nvPr/>
        </p:nvSpPr>
        <p:spPr>
          <a:xfrm>
            <a:off x="381001" y="331949"/>
            <a:ext cx="8455500" cy="447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69"/>
          <p:cNvSpPr txBox="1"/>
          <p:nvPr/>
        </p:nvSpPr>
        <p:spPr>
          <a:xfrm>
            <a:off x="387749" y="332204"/>
            <a:ext cx="83685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600" b="1" dirty="0">
                <a:latin typeface="Open Sans"/>
                <a:ea typeface="Open Sans"/>
                <a:cs typeface="Open Sans"/>
                <a:sym typeface="Open Sans"/>
              </a:rPr>
              <a:t>ПЕРЕЧЕНЬ АНАЛИТИЧЕСКИХ ОТЧЕТОВ</a:t>
            </a:r>
            <a:endParaRPr sz="2600" b="1" dirty="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2" name="Схема 1"/>
          <p:cNvGraphicFramePr/>
          <p:nvPr>
            <p:extLst>
              <p:ext uri="{D42A27DB-BD31-4B8C-83A1-F6EECF244321}">
                <p14:modId xmlns:p14="http://schemas.microsoft.com/office/powerpoint/2010/main" val="2762339996"/>
              </p:ext>
            </p:extLst>
          </p:nvPr>
        </p:nvGraphicFramePr>
        <p:xfrm>
          <a:off x="1523999" y="747549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50752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5" name="Google Shape;395;p55"/>
          <p:cNvPicPr preferRelativeResize="0"/>
          <p:nvPr/>
        </p:nvPicPr>
        <p:blipFill rotWithShape="1">
          <a:blip r:embed="rId3">
            <a:alphaModFix amt="23000"/>
          </a:blip>
          <a:srcRect b="18407"/>
          <a:stretch/>
        </p:blipFill>
        <p:spPr>
          <a:xfrm flipH="1">
            <a:off x="-1" y="0"/>
            <a:ext cx="9144001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55"/>
          <p:cNvSpPr/>
          <p:nvPr/>
        </p:nvSpPr>
        <p:spPr>
          <a:xfrm>
            <a:off x="268050" y="258000"/>
            <a:ext cx="8607900" cy="4627500"/>
          </a:xfrm>
          <a:prstGeom prst="rect">
            <a:avLst/>
          </a:prstGeom>
          <a:gradFill>
            <a:gsLst>
              <a:gs pos="0">
                <a:srgbClr val="DDDDDD"/>
              </a:gs>
              <a:gs pos="100000">
                <a:srgbClr val="91919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97" name="Google Shape;397;p55"/>
          <p:cNvSpPr/>
          <p:nvPr/>
        </p:nvSpPr>
        <p:spPr>
          <a:xfrm>
            <a:off x="344250" y="331950"/>
            <a:ext cx="8455500" cy="447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98" name="Google Shape;398;p55"/>
          <p:cNvSpPr txBox="1"/>
          <p:nvPr/>
        </p:nvSpPr>
        <p:spPr>
          <a:xfrm>
            <a:off x="387749" y="380494"/>
            <a:ext cx="8368500" cy="372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ru" sz="2600" b="1" dirty="0" smtClean="0">
                <a:latin typeface="Open Sans"/>
                <a:ea typeface="Open Sans"/>
                <a:cs typeface="Open Sans"/>
                <a:sym typeface="Open Sans"/>
              </a:rPr>
              <a:t>РЕЗУЛЬТАТ ВНЕДРЕНИЯ ПК ЛВСЭ</a:t>
            </a:r>
            <a:endParaRPr sz="2600" b="1" dirty="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2" name="Схема 1"/>
          <p:cNvGraphicFramePr/>
          <p:nvPr>
            <p:extLst>
              <p:ext uri="{D42A27DB-BD31-4B8C-83A1-F6EECF244321}">
                <p14:modId xmlns:p14="http://schemas.microsoft.com/office/powerpoint/2010/main" val="438505583"/>
              </p:ext>
            </p:extLst>
          </p:nvPr>
        </p:nvGraphicFramePr>
        <p:xfrm>
          <a:off x="268050" y="744808"/>
          <a:ext cx="8207187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022849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62"/>
          <p:cNvPicPr preferRelativeResize="0"/>
          <p:nvPr/>
        </p:nvPicPr>
        <p:blipFill rotWithShape="1">
          <a:blip r:embed="rId3">
            <a:alphaModFix amt="23000"/>
          </a:blip>
          <a:srcRect b="18407"/>
          <a:stretch/>
        </p:blipFill>
        <p:spPr>
          <a:xfrm flipH="1">
            <a:off x="-1" y="0"/>
            <a:ext cx="9144001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62"/>
          <p:cNvSpPr/>
          <p:nvPr/>
        </p:nvSpPr>
        <p:spPr>
          <a:xfrm>
            <a:off x="268050" y="258000"/>
            <a:ext cx="8607900" cy="4627500"/>
          </a:xfrm>
          <a:prstGeom prst="rect">
            <a:avLst/>
          </a:prstGeom>
          <a:gradFill>
            <a:gsLst>
              <a:gs pos="0">
                <a:srgbClr val="DDDDDD"/>
              </a:gs>
              <a:gs pos="100000">
                <a:srgbClr val="91919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68" name="Google Shape;268;p62"/>
          <p:cNvSpPr/>
          <p:nvPr/>
        </p:nvSpPr>
        <p:spPr>
          <a:xfrm>
            <a:off x="344250" y="331950"/>
            <a:ext cx="8455500" cy="447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69" name="Google Shape;269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71950" y="1999400"/>
            <a:ext cx="3907224" cy="969175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62"/>
          <p:cNvSpPr/>
          <p:nvPr/>
        </p:nvSpPr>
        <p:spPr>
          <a:xfrm>
            <a:off x="4471950" y="2922800"/>
            <a:ext cx="3907200" cy="1526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1" name="Google Shape;271;p62"/>
          <p:cNvSpPr/>
          <p:nvPr/>
        </p:nvSpPr>
        <p:spPr>
          <a:xfrm>
            <a:off x="4479575" y="488400"/>
            <a:ext cx="3907200" cy="3960900"/>
          </a:xfrm>
          <a:prstGeom prst="rect">
            <a:avLst/>
          </a:prstGeom>
          <a:noFill/>
          <a:ln w="9525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2" name="Google Shape;272;p62"/>
          <p:cNvSpPr txBox="1">
            <a:spLocks noGrp="1"/>
          </p:cNvSpPr>
          <p:nvPr>
            <p:ph type="ctrTitle" idx="4294967295"/>
          </p:nvPr>
        </p:nvSpPr>
        <p:spPr>
          <a:xfrm>
            <a:off x="4334525" y="274725"/>
            <a:ext cx="4125900" cy="43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800" b="1" dirty="0"/>
              <a:t> </a:t>
            </a:r>
            <a:r>
              <a:rPr lang="ru" sz="1600" b="1" dirty="0" smtClean="0"/>
              <a:t>Доступ </a:t>
            </a:r>
            <a:r>
              <a:rPr lang="ru" sz="1600" b="1" dirty="0"/>
              <a:t>к модулю</a:t>
            </a:r>
            <a:r>
              <a:rPr lang="ru" sz="1600" dirty="0"/>
              <a:t> </a:t>
            </a:r>
            <a:endParaRPr sz="1600"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 b="1" dirty="0"/>
              <a:t> ЛАБОРАТОРИЯ </a:t>
            </a:r>
            <a:r>
              <a:rPr lang="ru" sz="1600" b="1" dirty="0" smtClean="0"/>
              <a:t>ВЕТЕРИНАРНО- </a:t>
            </a:r>
            <a:br>
              <a:rPr lang="ru" sz="1600" b="1" dirty="0" smtClean="0"/>
            </a:br>
            <a:r>
              <a:rPr lang="ru" sz="1600" b="1" dirty="0"/>
              <a:t> </a:t>
            </a:r>
            <a:r>
              <a:rPr lang="ru" sz="1600" b="1" dirty="0" smtClean="0"/>
              <a:t>САНИТАРНОЙ ЭКСПЕРТИЗЫ</a:t>
            </a:r>
            <a:endParaRPr sz="160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 dirty="0"/>
              <a:t> предоставляется районным ветслужбам на каждую</a:t>
            </a:r>
            <a:endParaRPr sz="12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 dirty="0"/>
              <a:t> лабораторию.</a:t>
            </a:r>
            <a:endParaRPr sz="12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 b="1" dirty="0"/>
              <a:t>  СТОИМОСТЬ</a:t>
            </a:r>
            <a:endParaRPr sz="120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 b="1" dirty="0"/>
              <a:t> 1050</a:t>
            </a:r>
            <a:r>
              <a:rPr lang="ru" sz="1800" b="1" dirty="0"/>
              <a:t> рублей в месяц</a:t>
            </a:r>
            <a:r>
              <a:rPr lang="ru" sz="1800" dirty="0"/>
              <a:t/>
            </a:r>
            <a:br>
              <a:rPr lang="ru" sz="1800" dirty="0"/>
            </a:br>
            <a:endParaRPr sz="1800" dirty="0"/>
          </a:p>
          <a:p>
            <a:pPr lvl="0">
              <a:buSzPts val="1100"/>
            </a:pPr>
            <a:r>
              <a:rPr lang="ru" sz="1400" dirty="0"/>
              <a:t> В </a:t>
            </a:r>
            <a:r>
              <a:rPr lang="ru" sz="1400" dirty="0" smtClean="0"/>
              <a:t>нее </a:t>
            </a:r>
            <a:r>
              <a:rPr lang="ru" sz="1400" dirty="0"/>
              <a:t>входит</a:t>
            </a:r>
            <a:r>
              <a:rPr lang="ru" sz="1400" dirty="0" smtClean="0"/>
              <a:t>: </a:t>
            </a:r>
            <a:br>
              <a:rPr lang="ru" sz="1400" dirty="0" smtClean="0"/>
            </a:br>
            <a:r>
              <a:rPr lang="ru" sz="1000" dirty="0"/>
              <a:t> </a:t>
            </a:r>
            <a:r>
              <a:rPr lang="ru" sz="1000" dirty="0" smtClean="0"/>
              <a:t> </a:t>
            </a:r>
            <a:r>
              <a:rPr lang="ru-RU" sz="1000" dirty="0" smtClean="0"/>
              <a:t>● сопровождение </a:t>
            </a:r>
            <a:r>
              <a:rPr lang="ru-RU" sz="1000" dirty="0"/>
              <a:t>пользователей;</a:t>
            </a:r>
            <a:br>
              <a:rPr lang="ru-RU" sz="1000" dirty="0"/>
            </a:br>
            <a:r>
              <a:rPr lang="ru-RU" sz="1000" dirty="0" smtClean="0"/>
              <a:t>  ● настройка </a:t>
            </a:r>
            <a:r>
              <a:rPr lang="ru-RU" sz="1000" dirty="0"/>
              <a:t>и обслуживание баз данных; </a:t>
            </a:r>
            <a:br>
              <a:rPr lang="ru-RU" sz="1000" dirty="0"/>
            </a:br>
            <a:r>
              <a:rPr lang="ru-RU" sz="1000" dirty="0" smtClean="0"/>
              <a:t>  ● техническая </a:t>
            </a:r>
            <a:r>
              <a:rPr lang="ru-RU" sz="1000" dirty="0"/>
              <a:t>поддержка;</a:t>
            </a:r>
            <a:br>
              <a:rPr lang="ru-RU" sz="1000" dirty="0"/>
            </a:br>
            <a:r>
              <a:rPr lang="ru-RU" sz="1000" dirty="0" smtClean="0"/>
              <a:t>  ● регистрация </a:t>
            </a:r>
            <a:r>
              <a:rPr lang="ru-RU" sz="1000" dirty="0"/>
              <a:t>сотрудников;</a:t>
            </a:r>
            <a:br>
              <a:rPr lang="ru-RU" sz="1000" dirty="0"/>
            </a:br>
            <a:r>
              <a:rPr lang="ru-RU" sz="1000" dirty="0" smtClean="0"/>
              <a:t>  ● распределение </a:t>
            </a:r>
            <a:r>
              <a:rPr lang="ru-RU" sz="1000" dirty="0"/>
              <a:t>прав доступа;</a:t>
            </a:r>
            <a:br>
              <a:rPr lang="ru-RU" sz="1000" dirty="0"/>
            </a:br>
            <a:r>
              <a:rPr lang="ru-RU" sz="1000" dirty="0" smtClean="0"/>
              <a:t>  ● модернизация </a:t>
            </a:r>
            <a:r>
              <a:rPr lang="ru-RU" sz="1000" dirty="0"/>
              <a:t>системы.</a:t>
            </a:r>
            <a:br>
              <a:rPr lang="ru-RU" sz="1000" dirty="0"/>
            </a:br>
            <a:endParaRPr lang="ru" sz="1000" dirty="0" smtClean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944" y="488400"/>
            <a:ext cx="3086531" cy="3886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952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1" name="Google Shape;461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812" y="1396425"/>
            <a:ext cx="9147625" cy="3747075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70"/>
          <p:cNvSpPr txBox="1">
            <a:spLocks noGrp="1"/>
          </p:cNvSpPr>
          <p:nvPr>
            <p:ph type="body" idx="1"/>
          </p:nvPr>
        </p:nvSpPr>
        <p:spPr>
          <a:xfrm>
            <a:off x="1007325" y="2175800"/>
            <a:ext cx="5061300" cy="23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None/>
            </a:pPr>
            <a:r>
              <a:rPr lang="ru">
                <a:solidFill>
                  <a:srgbClr val="000000"/>
                </a:solidFill>
              </a:rPr>
              <a:t>Всю самую важную и полезную информацию по вопросам программного</a:t>
            </a:r>
            <a:endParaRPr>
              <a:solidFill>
                <a:srgbClr val="000000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None/>
            </a:pPr>
            <a:r>
              <a:rPr lang="ru">
                <a:solidFill>
                  <a:srgbClr val="000000"/>
                </a:solidFill>
              </a:rPr>
              <a:t>комплекса лаборатория ветсанэкспертизы вы можете получать на сайте:</a:t>
            </a:r>
            <a:endParaRPr sz="18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63" name="Google Shape;463;p70"/>
          <p:cNvSpPr txBox="1">
            <a:spLocks noGrp="1"/>
          </p:cNvSpPr>
          <p:nvPr>
            <p:ph type="title"/>
          </p:nvPr>
        </p:nvSpPr>
        <p:spPr>
          <a:xfrm>
            <a:off x="1007325" y="427350"/>
            <a:ext cx="72879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3200"/>
              <a:buFont typeface="Roboto"/>
              <a:buNone/>
            </a:pPr>
            <a:r>
              <a:rPr lang="ru" sz="3600" b="1">
                <a:solidFill>
                  <a:srgbClr val="000000"/>
                </a:solidFill>
              </a:rPr>
              <a:t>БЛАГОДАРЮ ЗА ВНИМАНИЕ!</a:t>
            </a:r>
            <a:endParaRPr sz="3600" b="1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64" name="Google Shape;464;p70"/>
          <p:cNvSpPr txBox="1"/>
          <p:nvPr/>
        </p:nvSpPr>
        <p:spPr>
          <a:xfrm>
            <a:off x="1007325" y="3251675"/>
            <a:ext cx="4556400" cy="13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3600" b="1" dirty="0" smtClean="0">
                <a:latin typeface="Open Sans"/>
                <a:ea typeface="Open Sans"/>
                <a:cs typeface="Open Sans"/>
                <a:sym typeface="Open Sans"/>
              </a:rPr>
              <a:t>lvse.regagro.ru</a:t>
            </a:r>
            <a:endParaRPr sz="3600" dirty="0"/>
          </a:p>
        </p:txBody>
      </p:sp>
      <p:pic>
        <p:nvPicPr>
          <p:cNvPr id="465" name="Google Shape;465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20300" y="2255200"/>
            <a:ext cx="2251225" cy="241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#23">
      <a:dk1>
        <a:srgbClr val="0C0C0C"/>
      </a:dk1>
      <a:lt1>
        <a:srgbClr val="FFFFFF"/>
      </a:lt1>
      <a:dk2>
        <a:srgbClr val="000000"/>
      </a:dk2>
      <a:lt2>
        <a:srgbClr val="FFFFFF"/>
      </a:lt2>
      <a:accent1>
        <a:srgbClr val="006387"/>
      </a:accent1>
      <a:accent2>
        <a:srgbClr val="FFC000"/>
      </a:accent2>
      <a:accent3>
        <a:srgbClr val="EE3C2E"/>
      </a:accent3>
      <a:accent4>
        <a:srgbClr val="92D050"/>
      </a:accent4>
      <a:accent5>
        <a:srgbClr val="40AFFF"/>
      </a:accent5>
      <a:accent6>
        <a:srgbClr val="8238BA"/>
      </a:accent6>
      <a:hlink>
        <a:srgbClr val="0066CC"/>
      </a:hlink>
      <a:folHlink>
        <a:srgbClr val="29B5E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346</Words>
  <Application>Microsoft Office PowerPoint</Application>
  <PresentationFormat>Экран (16:9)</PresentationFormat>
  <Paragraphs>93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4</vt:i4>
      </vt:variant>
      <vt:variant>
        <vt:lpstr>Заголовки слайдов</vt:lpstr>
      </vt:variant>
      <vt:variant>
        <vt:i4>12</vt:i4>
      </vt:variant>
    </vt:vector>
  </HeadingPairs>
  <TitlesOfParts>
    <vt:vector size="20" baseType="lpstr">
      <vt:lpstr>Arial</vt:lpstr>
      <vt:lpstr>Open Sans</vt:lpstr>
      <vt:lpstr>Roboto</vt:lpstr>
      <vt:lpstr>Roboto Light</vt:lpstr>
      <vt:lpstr>Simple Light</vt:lpstr>
      <vt:lpstr>Simple Light</vt:lpstr>
      <vt:lpstr>Office Theme</vt:lpstr>
      <vt:lpstr>Simple Light</vt:lpstr>
      <vt:lpstr>НАЦИОНАЛЬНОЕ АГЕНТСТВО ИДЕНТИФИКАЦИИ ЖИВОТНЫХ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 Доступ к модулю   ЛАБОРАТОРИЯ ВЕТЕРИНАРНО-   САНИТАРНОЙ ЭКСПЕРТИЗЫ  предоставляется районным ветслужбам на каждую  лабораторию.    СТОИМОСТЬ  1050 рублей в месяц   В нее входит:    ● сопровождение пользователей;   ● настройка и обслуживание баз данных;    ● техническая поддержка;   ● регистрация сотрудников;   ● распределение прав доступа;   ● модернизация системы. </vt:lpstr>
      <vt:lpstr>БЛАГОДАРЮ ЗА ВНИМАНИЕ!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НАЦИОНАЛЬНОЕ АГЕНТСТВО ИДЕНТИФИКАЦИИ ЖИВОТНЫХ</dc:title>
  <dc:creator>Татьяна</dc:creator>
  <cp:lastModifiedBy>RePack by Diakov</cp:lastModifiedBy>
  <cp:revision>20</cp:revision>
  <dcterms:modified xsi:type="dcterms:W3CDTF">2019-03-20T08:08:51Z</dcterms:modified>
</cp:coreProperties>
</file>