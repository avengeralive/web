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67EEB3C-93FD-47A4-9CCB-C4EF5DFC70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84F0065-A262-4C03-A302-48F6CA802A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B46BFEC-12BB-4A51-9B2A-9200D52B6C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DD9E4-8D49-47ED-8E52-DF779FDDDAC9}" type="datetimeFigureOut">
              <a:rPr lang="ru-RU" smtClean="0"/>
              <a:t>19.08.2019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7217565-BBE0-484F-8B1B-A47878AD67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C446D06-C658-4387-B196-F71A7F6C49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9490B1-6481-4730-90C7-A68A3958C33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552028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9C73102-664B-4363-80A6-6A7FE6247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90878FA-AB13-43BF-8241-A23E8F6564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3B73BFF-2B7B-45A6-81B9-2345C138B4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DD9E4-8D49-47ED-8E52-DF779FDDDAC9}" type="datetimeFigureOut">
              <a:rPr lang="ru-RU" smtClean="0"/>
              <a:t>19.08.2019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C1A00A4-B27C-4028-9B2B-44DB0CCFC9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4E504D5-A25A-4C8A-B60F-FB5CD35F31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9490B1-6481-4730-90C7-A68A3958C33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728578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02F8AE6-236C-4ED9-ACC9-096E3BA8B0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776A7B2-8FE1-4096-8FCE-1EF8EE2335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38A22E0-6A74-4A29-990A-52399F4BCE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DD9E4-8D49-47ED-8E52-DF779FDDDAC9}" type="datetimeFigureOut">
              <a:rPr lang="ru-RU" smtClean="0"/>
              <a:t>19.08.2019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ED32F2D-ABC5-4AE1-83C5-0561883D9D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A88AB79-BB06-457B-A274-CF20DDA0E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9490B1-6481-4730-90C7-A68A3958C33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353018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F0ED4B1-124B-4C7A-B2DF-B677109C87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5AF73ED-4DA7-437F-BA32-5B1D807E22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FBC0DCA-B946-4C67-9FDB-9D794650B9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9A6ED2B-C020-4DC7-A889-AC4F5FD52E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DD9E4-8D49-47ED-8E52-DF779FDDDAC9}" type="datetimeFigureOut">
              <a:rPr lang="ru-RU" smtClean="0"/>
              <a:t>19.08.2019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5CD4E9A-DDC3-4246-A606-7315586B4F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045029A-3750-48BD-A6B5-7C1039680A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9490B1-6481-4730-90C7-A68A3958C33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522077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F35F87D-8C84-4BD6-988F-9A61CD4B06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C129EF3-F81E-4E15-83B6-4FE99473CE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1C3D354-0DBC-4665-AB08-3A8BEC729B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9B37CD9E-6BE7-4456-A810-4973C6ECFF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076E65E6-CA9E-4A67-A475-E2157EC3FE8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16143F95-FF97-44E5-AD3B-2A6EA0B9F1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DD9E4-8D49-47ED-8E52-DF779FDDDAC9}" type="datetimeFigureOut">
              <a:rPr lang="ru-RU" smtClean="0"/>
              <a:t>19.08.2019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45AF004C-1167-46B5-BC3F-BD087ADD1F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685A853C-A595-4270-A1CC-0914CA0D0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9490B1-6481-4730-90C7-A68A3958C33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06774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0E71015-DA73-47EF-B6E8-CF981392F7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0B06B141-100E-4781-AAD3-E56B6E2DB9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DD9E4-8D49-47ED-8E52-DF779FDDDAC9}" type="datetimeFigureOut">
              <a:rPr lang="ru-RU" smtClean="0"/>
              <a:t>19.08.2019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6043DC57-E339-4427-81D4-2D8671823F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441F6153-5EED-4305-900F-D42C2D9C2C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9490B1-6481-4730-90C7-A68A3958C33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345458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57302007-F839-417B-8B25-6619F01344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DD9E4-8D49-47ED-8E52-DF779FDDDAC9}" type="datetimeFigureOut">
              <a:rPr lang="ru-RU" smtClean="0"/>
              <a:t>19.08.2019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5750A547-13B0-42B9-86A0-34E967BC3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7D23345-E3EC-4548-A1D8-AA8A658889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9490B1-6481-4730-90C7-A68A3958C33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567439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57E0393-A6C9-42E4-A85D-F7316A40DA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BDEB026-02AD-47DC-9BB0-A049928D49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19DFE19-8292-439C-A260-17D6F98BDD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1738A4D-AAEA-46EB-932D-DF0C364634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DD9E4-8D49-47ED-8E52-DF779FDDDAC9}" type="datetimeFigureOut">
              <a:rPr lang="ru-RU" smtClean="0"/>
              <a:t>19.08.2019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D643104-6BC6-4B56-90E2-12CB69B970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8EE2FB6-581C-4129-8A0E-2F5521140A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9490B1-6481-4730-90C7-A68A3958C33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975186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BA73D05-1A1B-4069-B87A-B697988203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361D3531-3168-46F9-9C09-2B0AA1C3BE5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152D2EF-62D2-4CB9-A6C4-892210541B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5E95C78-3E87-4BCD-A17D-C551D2C87E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DD9E4-8D49-47ED-8E52-DF779FDDDAC9}" type="datetimeFigureOut">
              <a:rPr lang="ru-RU" smtClean="0"/>
              <a:t>19.08.2019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77B7D32-56D8-4EB8-B46C-83C4271EC2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E507F4B-FEDC-478F-8F56-D1A14F2B9C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9490B1-6481-4730-90C7-A68A3958C33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573008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2910D90-B026-4D0C-A65E-D194172BD9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B206C5DD-7DA2-4EBC-B405-ABAC577BB7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83F79FA-2ADA-4C7B-AC43-97B72EA093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DD9E4-8D49-47ED-8E52-DF779FDDDAC9}" type="datetimeFigureOut">
              <a:rPr lang="ru-RU" smtClean="0"/>
              <a:t>19.08.2019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EB8774B-3D7E-45C7-86FA-6E29DC0ED3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8BF3941-5505-4658-9304-61BB7C3890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9490B1-6481-4730-90C7-A68A3958C33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38893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A3E460FD-0A49-477B-A26F-F54119703F0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0272A531-73F8-415B-BF81-DE2B830E13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7D38DD8-0FE2-4075-A7FC-895D05654B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DD9E4-8D49-47ED-8E52-DF779FDDDAC9}" type="datetimeFigureOut">
              <a:rPr lang="ru-RU" smtClean="0"/>
              <a:t>19.08.2019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D151091-A13E-4321-924B-3A5877BED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3F74D4E-CCF9-44AD-A5F1-11EA5BFD5A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9490B1-6481-4730-90C7-A68A3958C33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722395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AAF31A0-3C60-48CD-9503-75A114A5F3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9874BB8-EC5F-4F16-83BC-9173A4A8A5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F9ADF19-3287-41D7-BF4C-9D8CA1AFA3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1DD9E4-8D49-47ED-8E52-DF779FDDDAC9}" type="datetimeFigureOut">
              <a:rPr lang="ru-RU" smtClean="0"/>
              <a:t>19.08.2019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4F883D7-799D-4BA9-84EB-666A685DB5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533AD30-D242-4926-B0AC-A00AE431AA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9490B1-6481-4730-90C7-A68A3958C33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72412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FBBBDE6-9F7B-47EF-AB87-3A226FA0D5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7296" y="1423016"/>
            <a:ext cx="4011967" cy="4011967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7FE93E3C-D67C-45C9-A266-5DD5AADAA9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8540" y="1174737"/>
            <a:ext cx="8394920" cy="45663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66372EB1-8A37-493D-B411-C1FA896B353A}"/>
              </a:ext>
            </a:extLst>
          </p:cNvPr>
          <p:cNvSpPr txBox="1"/>
          <p:nvPr/>
        </p:nvSpPr>
        <p:spPr>
          <a:xfrm>
            <a:off x="4856143" y="5127459"/>
            <a:ext cx="2323072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800" dirty="0">
                <a:latin typeface="Algerian" panose="04020705040A02060702" pitchFamily="82" charset="0"/>
              </a:rPr>
              <a:t>MSU</a:t>
            </a:r>
            <a:endParaRPr lang="ru-RU" sz="8800" dirty="0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8053B64B-4B74-42D9-B060-C1A6F45564C6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188904" y="226215"/>
            <a:ext cx="1428750" cy="1562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3390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1268744A-742D-4DB6-B400-47DEB9FC28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8280652">
            <a:off x="3714565" y="1344967"/>
            <a:ext cx="4168066" cy="4168066"/>
          </a:xfrm>
          <a:prstGeom prst="rect">
            <a:avLst/>
          </a:prstGeom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8CC617C6-1A73-4C6C-9EB6-3B10B8BDA9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1507" y="1050817"/>
            <a:ext cx="8394181" cy="45610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21CF4C8-1163-47B1-A929-E40055A9E1CE}"/>
              </a:ext>
            </a:extLst>
          </p:cNvPr>
          <p:cNvSpPr txBox="1"/>
          <p:nvPr/>
        </p:nvSpPr>
        <p:spPr>
          <a:xfrm>
            <a:off x="4566041" y="5313795"/>
            <a:ext cx="2323072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800" dirty="0">
                <a:latin typeface="Algerian" panose="04020705040A02060702" pitchFamily="82" charset="0"/>
              </a:rPr>
              <a:t>MSU</a:t>
            </a:r>
            <a:endParaRPr lang="ru-RU" sz="8800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6B59BE4B-5A4D-4D27-A176-F40C730687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57716" y="-6658"/>
            <a:ext cx="1432684" cy="1560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635616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2</Words>
  <Application>Microsoft Office PowerPoint</Application>
  <PresentationFormat>Широкоэкранный</PresentationFormat>
  <Paragraphs>2</Paragraphs>
  <Slides>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</vt:i4>
      </vt:variant>
    </vt:vector>
  </HeadingPairs>
  <TitlesOfParts>
    <vt:vector size="7" baseType="lpstr">
      <vt:lpstr>Algerian</vt:lpstr>
      <vt:lpstr>Arial</vt:lpstr>
      <vt:lpstr>Calibri</vt:lpstr>
      <vt:lpstr>Calibri Light</vt:lpstr>
      <vt:lpstr>Тема Office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Александер</dc:creator>
  <cp:lastModifiedBy>Александер</cp:lastModifiedBy>
  <cp:revision>1</cp:revision>
  <dcterms:created xsi:type="dcterms:W3CDTF">2019-08-19T14:28:52Z</dcterms:created>
  <dcterms:modified xsi:type="dcterms:W3CDTF">2019-08-19T15:21:59Z</dcterms:modified>
</cp:coreProperties>
</file>